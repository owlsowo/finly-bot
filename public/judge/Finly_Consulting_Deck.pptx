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ed57d38ada4d62" /><Relationship Type="http://schemas.openxmlformats.org/officeDocument/2006/relationships/extended-properties" Target="/docProps/app.xml" Id="R236a7010ac354395" /><Relationship Type="http://schemas.openxmlformats.org/officeDocument/2006/relationships/officeDocument" Target="/ppt/presentation.xml" Id="R46de8190fae14c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a508c04ba2425c"/>
  </p:sldMasterIdLst>
  <p:notesMasterIdLst>
    <p:notesMasterId xmlns:r="http://schemas.openxmlformats.org/officeDocument/2006/relationships" r:id="Raa249330775243da"/>
  </p:notesMasterIdLst>
  <p:sldIdLst>
    <p:sldId xmlns:r="http://schemas.openxmlformats.org/officeDocument/2006/relationships" id="256" r:id="R69620f76471245cc"/>
    <p:sldId xmlns:r="http://schemas.openxmlformats.org/officeDocument/2006/relationships" id="257" r:id="Rc9185197c6b14a7b"/>
    <p:sldId xmlns:r="http://schemas.openxmlformats.org/officeDocument/2006/relationships" id="258" r:id="Rc52954fcda614d94"/>
    <p:sldId xmlns:r="http://schemas.openxmlformats.org/officeDocument/2006/relationships" id="259" r:id="Rc7925ed7fc29444c"/>
    <p:sldId xmlns:r="http://schemas.openxmlformats.org/officeDocument/2006/relationships" id="260" r:id="R5e54fff383a641c2"/>
    <p:sldId xmlns:r="http://schemas.openxmlformats.org/officeDocument/2006/relationships" id="261" r:id="R143f0492f46e4414"/>
    <p:sldId xmlns:r="http://schemas.openxmlformats.org/officeDocument/2006/relationships" id="262" r:id="R703b9ad04fce423d"/>
    <p:sldId xmlns:r="http://schemas.openxmlformats.org/officeDocument/2006/relationships" id="263" r:id="R5c0a9deb13774787"/>
    <p:sldId xmlns:r="http://schemas.openxmlformats.org/officeDocument/2006/relationships" id="264" r:id="R4ed35da329bf47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02731a1e1b4047" /><Relationship Type="http://schemas.openxmlformats.org/officeDocument/2006/relationships/slideMaster" Target="/ppt/slideMasters/slideMaster1.xml" Id="R07a508c04ba2425c" /><Relationship Type="http://schemas.openxmlformats.org/officeDocument/2006/relationships/notesMaster" Target="/ppt/notesMasters/notesMaster1.xml" Id="Raa249330775243da" /><Relationship Type="http://schemas.openxmlformats.org/officeDocument/2006/relationships/presProps" Target="/ppt/presProps.xml" Id="Rc67b745466384e08" /><Relationship Type="http://schemas.openxmlformats.org/officeDocument/2006/relationships/tableStyles" Target="/ppt/tableStyles.xml" Id="Rd9b0a7ae909d47e9" /><Relationship Type="http://schemas.openxmlformats.org/officeDocument/2006/relationships/slide" Target="/ppt/slides/slide1.xml" Id="R69620f76471245cc" /><Relationship Type="http://schemas.openxmlformats.org/officeDocument/2006/relationships/slide" Target="/ppt/slides/slide2.xml" Id="Rc9185197c6b14a7b" /><Relationship Type="http://schemas.openxmlformats.org/officeDocument/2006/relationships/slide" Target="/ppt/slides/slide3.xml" Id="Rc52954fcda614d94" /><Relationship Type="http://schemas.openxmlformats.org/officeDocument/2006/relationships/slide" Target="/ppt/slides/slide4.xml" Id="Rc7925ed7fc29444c" /><Relationship Type="http://schemas.openxmlformats.org/officeDocument/2006/relationships/slide" Target="/ppt/slides/slide5.xml" Id="R5e54fff383a641c2" /><Relationship Type="http://schemas.openxmlformats.org/officeDocument/2006/relationships/slide" Target="/ppt/slides/slide6.xml" Id="R143f0492f46e4414" /><Relationship Type="http://schemas.openxmlformats.org/officeDocument/2006/relationships/slide" Target="/ppt/slides/slide7.xml" Id="R703b9ad04fce423d" /><Relationship Type="http://schemas.openxmlformats.org/officeDocument/2006/relationships/slide" Target="/ppt/slides/slide8.xml" Id="R5c0a9deb13774787" /><Relationship Type="http://schemas.openxmlformats.org/officeDocument/2006/relationships/slide" Target="/ppt/slides/slide9.xml" Id="R4ed35da329bf47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7a76953b3a44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aaa4c576dd4387" /><Relationship Type="http://schemas.openxmlformats.org/officeDocument/2006/relationships/notesMaster" Target="/ppt/notesMasters/notesMaster1.xml" Id="R8093a896f99643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065f4266ce47b6" /><Relationship Type="http://schemas.openxmlformats.org/officeDocument/2006/relationships/notesMaster" Target="/ppt/notesMasters/notesMaster1.xml" Id="R4b00c4a6ce3840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fb372a82784528" /><Relationship Type="http://schemas.openxmlformats.org/officeDocument/2006/relationships/notesMaster" Target="/ppt/notesMasters/notesMaster1.xml" Id="Rc893445c1e884c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3c7cf5848044aa" /><Relationship Type="http://schemas.openxmlformats.org/officeDocument/2006/relationships/notesMaster" Target="/ppt/notesMasters/notesMaster1.xml" Id="Rb2b8f6aed4b04a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465ad106e44159" /><Relationship Type="http://schemas.openxmlformats.org/officeDocument/2006/relationships/notesMaster" Target="/ppt/notesMasters/notesMaster1.xml" Id="R6c55e081973745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6e3a4301f849db" /><Relationship Type="http://schemas.openxmlformats.org/officeDocument/2006/relationships/notesMaster" Target="/ppt/notesMasters/notesMaster1.xml" Id="R5f592862ce5845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dac1ddae974708" /><Relationship Type="http://schemas.openxmlformats.org/officeDocument/2006/relationships/notesMaster" Target="/ppt/notesMasters/notesMaster1.xml" Id="Ra7f7b3f825c547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75e9181f604f9c" /><Relationship Type="http://schemas.openxmlformats.org/officeDocument/2006/relationships/notesMaster" Target="/ppt/notesMasters/notesMaster1.xml" Id="R623dda1c5afa43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c4773152eb4f17" /><Relationship Type="http://schemas.openxmlformats.org/officeDocument/2006/relationships/notesMaster" Target="/ppt/notesMasters/notesMaster1.xml" Id="R69496f7e109141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31a74229534a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f53361ebbb4137" /><Relationship Type="http://schemas.openxmlformats.org/officeDocument/2006/relationships/slideLayout" Target="/ppt/slideLayouts/slideLayout1.xml" Id="R75906ecdf84043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906ecdf84043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24b8409294a20" /><Relationship Type="http://schemas.openxmlformats.org/officeDocument/2006/relationships/image" Target="/ppt/media/image.png" Id="R271c37e865264078" /><Relationship Type="http://schemas.openxmlformats.org/officeDocument/2006/relationships/image" Target="/ppt/media/image2.png" Id="R9a66e107b62f4ad6" /><Relationship Type="http://schemas.openxmlformats.org/officeDocument/2006/relationships/notesSlide" Target="/ppt/notesSlides/notesSlide1.xml" Id="Rc97b7e7b825a45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fd291e9c14589" /><Relationship Type="http://schemas.openxmlformats.org/officeDocument/2006/relationships/notesSlide" Target="/ppt/notesSlides/notesSlide2.xml" Id="Ra018c6b21b3542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41a05a9644125" /><Relationship Type="http://schemas.openxmlformats.org/officeDocument/2006/relationships/image" Target="/ppt/media/image.jpeg" Id="Rdc6f361541f14d46" /><Relationship Type="http://schemas.openxmlformats.org/officeDocument/2006/relationships/notesSlide" Target="/ppt/notesSlides/notesSlide3.xml" Id="Rcb22053d078449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74c6a11d9486c" /><Relationship Type="http://schemas.openxmlformats.org/officeDocument/2006/relationships/chart" Target="/ppt/slides/charts/chart1.xml" Id="R8c547c99d5624867" /><Relationship Type="http://schemas.openxmlformats.org/officeDocument/2006/relationships/chart" Target="/ppt/slides/charts/chart2.xml" Id="R92cd5d21e5254e8e" /><Relationship Type="http://schemas.openxmlformats.org/officeDocument/2006/relationships/notesSlide" Target="/ppt/notesSlides/notesSlide4.xml" Id="Rbf5d3df15d5547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d0a6859d3455c" /><Relationship Type="http://schemas.openxmlformats.org/officeDocument/2006/relationships/notesSlide" Target="/ppt/notesSlides/notesSlide5.xml" Id="R0849abe7c4104c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f7aa8f92f4ebe" /><Relationship Type="http://schemas.openxmlformats.org/officeDocument/2006/relationships/chart" Target="/ppt/slides/charts/chart3.xml" Id="Rfd46da7f97d24f7f" /><Relationship Type="http://schemas.openxmlformats.org/officeDocument/2006/relationships/notesSlide" Target="/ppt/notesSlides/notesSlide6.xml" Id="R13f14702712746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a15af4e434403" /><Relationship Type="http://schemas.openxmlformats.org/officeDocument/2006/relationships/notesSlide" Target="/ppt/notesSlides/notesSlide7.xml" Id="R0444816a49ed4c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f675fcaa64c85" /><Relationship Type="http://schemas.openxmlformats.org/officeDocument/2006/relationships/image" Target="/ppt/media/image2.jpeg" Id="R465893e3f9474936" /><Relationship Type="http://schemas.openxmlformats.org/officeDocument/2006/relationships/notesSlide" Target="/ppt/notesSlides/notesSlide8.xml" Id="Re6d6e13a709549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37c786af143b1" /><Relationship Type="http://schemas.openxmlformats.org/officeDocument/2006/relationships/image" Target="/ppt/media/image3.png" Id="R30e14317740e459a" /><Relationship Type="http://schemas.openxmlformats.org/officeDocument/2006/relationships/hyperlink" Target="https://owlsowo.github.io/finly-bot/" TargetMode="External" Id="Rfc9c8a159c134da5" /><Relationship Type="http://schemas.openxmlformats.org/officeDocument/2006/relationships/hyperlink" Target="https://owlsowo.github.io/finly-bot/" TargetMode="External" Id="R39b3442ed2164de2" /><Relationship Type="http://schemas.openxmlformats.org/officeDocument/2006/relationships/notesSlide" Target="/ppt/notesSlides/notesSlide9.xml" Id="R8ea68a2175f646af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-0.00662457</c:v>
              </c:pt>
              <c:pt idx="2">
                <c:v>-0.00751658</c:v>
              </c:pt>
              <c:pt idx="3">
                <c:v>-0.00228011</c:v>
              </c:pt>
              <c:pt idx="4">
                <c:v>-0.01328838</c:v>
              </c:pt>
              <c:pt idx="5">
                <c:v>-0.00130378</c:v>
              </c:pt>
              <c:pt idx="6">
                <c:v>0</c:v>
              </c:pt>
              <c:pt idx="7">
                <c:v>-0.01902949</c:v>
              </c:pt>
              <c:pt idx="8">
                <c:v>-0.00167967</c:v>
              </c:pt>
              <c:pt idx="9">
                <c:v>-0.00113367</c:v>
              </c:pt>
              <c:pt idx="10">
                <c:v>-0.00793966</c:v>
              </c:pt>
              <c:pt idx="11">
                <c:v>-0.00451219</c:v>
              </c:pt>
              <c:pt idx="12">
                <c:v>-0.01005728</c:v>
              </c:pt>
              <c:pt idx="13">
                <c:v>-0.02537336</c:v>
              </c:pt>
              <c:pt idx="14">
                <c:v>-0.00278649</c:v>
              </c:pt>
              <c:pt idx="15">
                <c:v>0</c:v>
              </c:pt>
              <c:pt idx="16">
                <c:v>-0.00591532</c:v>
              </c:pt>
              <c:pt idx="17">
                <c:v>-0.00440332</c:v>
              </c:pt>
              <c:pt idx="18">
                <c:v>-0.00156899</c:v>
              </c:pt>
              <c:pt idx="19">
                <c:v>-0.0444989</c:v>
              </c:pt>
              <c:pt idx="20">
                <c:v>-0.04273905</c:v>
              </c:pt>
              <c:pt idx="21">
                <c:v>-0.02818109</c:v>
              </c:pt>
              <c:pt idx="22">
                <c:v>-0.06498736</c:v>
              </c:pt>
              <c:pt idx="23">
                <c:v>-0.02390999</c:v>
              </c:pt>
              <c:pt idx="24">
                <c:v>-0.02069745</c:v>
              </c:pt>
              <c:pt idx="25">
                <c:v>-0.00492199</c:v>
              </c:pt>
              <c:pt idx="26">
                <c:v>-0.00197076</c:v>
              </c:pt>
              <c:pt idx="27">
                <c:v>-0.02913748</c:v>
              </c:pt>
              <c:pt idx="28">
                <c:v>-0.02292018</c:v>
              </c:pt>
              <c:pt idx="29">
                <c:v>-0.02836199</c:v>
              </c:pt>
              <c:pt idx="30">
                <c:v>-0.03400455</c:v>
              </c:pt>
              <c:pt idx="31">
                <c:v>-0.00220827</c:v>
              </c:pt>
              <c:pt idx="32">
                <c:v>-0.00052922</c:v>
              </c:pt>
              <c:pt idx="33">
                <c:v>-0.01440873</c:v>
              </c:pt>
              <c:pt idx="34">
                <c:v>-0.00546548</c:v>
              </c:pt>
              <c:pt idx="35">
                <c:v>-0.01568411</c:v>
              </c:pt>
              <c:pt idx="36">
                <c:v>-0.0322113</c:v>
              </c:pt>
              <c:pt idx="37">
                <c:v>-0.034158</c:v>
              </c:pt>
              <c:pt idx="38">
                <c:v>-3.038E-05</c:v>
              </c:pt>
              <c:pt idx="39">
                <c:v>0</c:v>
              </c:pt>
              <c:pt idx="40">
                <c:v>-0.01837967</c:v>
              </c:pt>
              <c:pt idx="41">
                <c:v>-0.00929464</c:v>
              </c:pt>
              <c:pt idx="42">
                <c:v>-0.01250307</c:v>
              </c:pt>
              <c:pt idx="43">
                <c:v>-0.01756945</c:v>
              </c:pt>
              <c:pt idx="44">
                <c:v>-0.01752869</c:v>
              </c:pt>
              <c:pt idx="45">
                <c:v>-0.00505595</c:v>
              </c:pt>
              <c:pt idx="46">
                <c:v>-0.00241823</c:v>
              </c:pt>
              <c:pt idx="47">
                <c:v>-0.04103249</c:v>
              </c:pt>
              <c:pt idx="48">
                <c:v>-0.02428712</c:v>
              </c:pt>
              <c:pt idx="49">
                <c:v>-0.03116831</c:v>
              </c:pt>
              <c:pt idx="50">
                <c:v>-0.05377293</c:v>
              </c:pt>
              <c:pt idx="51">
                <c:v>0</c:v>
              </c:pt>
              <c:pt idx="52">
                <c:v>-0.00079833</c:v>
              </c:pt>
              <c:pt idx="53">
                <c:v>-0.02400823</c:v>
              </c:pt>
              <c:pt idx="54">
                <c:v>-0.00610724</c:v>
              </c:pt>
              <c:pt idx="55">
                <c:v>-0.01045908</c:v>
              </c:pt>
              <c:pt idx="56">
                <c:v>-0.04657072</c:v>
              </c:pt>
              <c:pt idx="57">
                <c:v>-0.02556987</c:v>
              </c:pt>
              <c:pt idx="58">
                <c:v>-0.05114808</c:v>
              </c:pt>
              <c:pt idx="59">
                <c:v>-0.06231394</c:v>
              </c:pt>
              <c:pt idx="60">
                <c:v>-0.02738554</c:v>
              </c:pt>
              <c:pt idx="61">
                <c:v>-0.02345685</c:v>
              </c:pt>
              <c:pt idx="62">
                <c:v>-0.03416031</c:v>
              </c:pt>
              <c:pt idx="63">
                <c:v>-0.03055407</c:v>
              </c:pt>
              <c:pt idx="64">
                <c:v>0</c:v>
              </c:pt>
              <c:pt idx="65">
                <c:v>-0.00153941</c:v>
              </c:pt>
              <c:pt idx="66">
                <c:v>-0.01175019</c:v>
              </c:pt>
              <c:pt idx="67">
                <c:v>-0.00123425</c:v>
              </c:pt>
              <c:pt idx="68">
                <c:v>-0.00098674</c:v>
              </c:pt>
              <c:pt idx="69">
                <c:v>-0.01430987</c:v>
              </c:pt>
              <c:pt idx="70">
                <c:v>-0.00767898</c:v>
              </c:pt>
              <c:pt idx="71">
                <c:v>-0.00339165</c:v>
              </c:pt>
              <c:pt idx="72">
                <c:v>-0.02953682</c:v>
              </c:pt>
              <c:pt idx="73">
                <c:v>-0.02319363</c:v>
              </c:pt>
              <c:pt idx="74">
                <c:v>-0.03116174</c:v>
              </c:pt>
              <c:pt idx="75">
                <c:v>-0.03609481</c:v>
              </c:pt>
              <c:pt idx="76">
                <c:v>0</c:v>
              </c:pt>
              <c:pt idx="77">
                <c:v>-0.00012192</c:v>
              </c:pt>
              <c:pt idx="78">
                <c:v>-0.01225693</c:v>
              </c:pt>
              <c:pt idx="79">
                <c:v>0</c:v>
              </c:pt>
              <c:pt idx="80">
                <c:v>-0.00033881</c:v>
              </c:pt>
              <c:pt idx="81">
                <c:v>-0.05740044</c:v>
              </c:pt>
              <c:pt idx="82">
                <c:v>-0.07270526</c:v>
              </c:pt>
              <c:pt idx="83">
                <c:v>-0.08058592</c:v>
              </c:pt>
              <c:pt idx="84">
                <c:v>0</c:v>
              </c:pt>
              <c:pt idx="85">
                <c:v>-0.00261503</c:v>
              </c:pt>
              <c:pt idx="86">
                <c:v>-0.00384734</c:v>
              </c:pt>
              <c:pt idx="87">
                <c:v>0</c:v>
              </c:pt>
              <c:pt idx="88">
                <c:v>0</c:v>
              </c:pt>
              <c:pt idx="89">
                <c:v>-0.05662118</c:v>
              </c:pt>
              <c:pt idx="90">
                <c:v>-0.01302258</c:v>
              </c:pt>
              <c:pt idx="91">
                <c:v>-0.00338676</c:v>
              </c:pt>
              <c:pt idx="92">
                <c:v>-0.045337</c:v>
              </c:pt>
              <c:pt idx="93">
                <c:v>-0.0353989</c:v>
              </c:pt>
              <c:pt idx="94">
                <c:v>-0.03642641</c:v>
              </c:pt>
              <c:pt idx="95">
                <c:v>-0.04506005</c:v>
              </c:pt>
              <c:pt idx="96">
                <c:v>0</c:v>
              </c:pt>
              <c:pt idx="97">
                <c:v>-0.00390809</c:v>
              </c:pt>
              <c:pt idx="98">
                <c:v>-0.00576717</c:v>
              </c:pt>
              <c:pt idx="99">
                <c:v>-0.00629549</c:v>
              </c:pt>
              <c:pt idx="100">
                <c:v>-0.00045701</c:v>
              </c:pt>
              <c:pt idx="101">
                <c:v>-0.00426272</c:v>
              </c:pt>
              <c:pt idx="102">
                <c:v>-0.04055249</c:v>
              </c:pt>
              <c:pt idx="103">
                <c:v>-0.01302834</c:v>
              </c:pt>
              <c:pt idx="104">
                <c:v>-0.02842157</c:v>
              </c:pt>
              <c:pt idx="105">
                <c:v>-0.03153625</c:v>
              </c:pt>
              <c:pt idx="106">
                <c:v>-0.00648206</c:v>
              </c:pt>
              <c:pt idx="107">
                <c:v>-0.01949453</c:v>
              </c:pt>
              <c:pt idx="108">
                <c:v>-0.03027897</c:v>
              </c:pt>
              <c:pt idx="109">
                <c:v>-0.01088882</c:v>
              </c:pt>
              <c:pt idx="110">
                <c:v>-0.01414788</c:v>
              </c:pt>
              <c:pt idx="111">
                <c:v>-0.0189126</c:v>
              </c:pt>
              <c:pt idx="112">
                <c:v>-0.01265589</c:v>
              </c:pt>
              <c:pt idx="113">
                <c:v>-0.00745819</c:v>
              </c:pt>
              <c:pt idx="114">
                <c:v>-0.00391577</c:v>
              </c:pt>
              <c:pt idx="115">
                <c:v>-0.02405584</c:v>
              </c:pt>
              <c:pt idx="116">
                <c:v>-0.00579746</c:v>
              </c:pt>
              <c:pt idx="117">
                <c:v>-0.00654846</c:v>
              </c:pt>
              <c:pt idx="118">
                <c:v>-0.03289127</c:v>
              </c:pt>
              <c:pt idx="119">
                <c:v>-0.02800479</c:v>
              </c:pt>
              <c:pt idx="120">
                <c:v>0</c:v>
              </c:pt>
              <c:pt idx="121">
                <c:v>0</c:v>
              </c:pt>
              <c:pt idx="122">
                <c:v>-0.02474475</c:v>
              </c:pt>
              <c:pt idx="123">
                <c:v>-0.00875337</c:v>
              </c:pt>
              <c:pt idx="124">
                <c:v>-0.01626601</c:v>
              </c:pt>
              <c:pt idx="125">
                <c:v>-0.10937598</c:v>
              </c:pt>
              <c:pt idx="126">
                <c:v>-0.09533153</c:v>
              </c:pt>
              <c:pt idx="127">
                <c:v>-0.07440557</c:v>
              </c:pt>
              <c:pt idx="128">
                <c:v>-0.08825428</c:v>
              </c:pt>
              <c:pt idx="129">
                <c:v>-0.07356896</c:v>
              </c:pt>
              <c:pt idx="130">
                <c:v>-0.08069938</c:v>
              </c:pt>
              <c:pt idx="131">
                <c:v>-0.10629764</c:v>
              </c:pt>
              <c:pt idx="132">
                <c:v>-0.10789231</c:v>
              </c:pt>
              <c:pt idx="133">
                <c:v>-0.03659284</c:v>
              </c:pt>
              <c:pt idx="134">
                <c:v>-0.03178026</c:v>
              </c:pt>
              <c:pt idx="135">
                <c:v>-0.04214869</c:v>
              </c:pt>
              <c:pt idx="136">
                <c:v>-0.01485313</c:v>
              </c:pt>
              <c:pt idx="137">
                <c:v>-0.01466392</c:v>
              </c:pt>
              <c:pt idx="138">
                <c:v>-0.0423201</c:v>
              </c:pt>
              <c:pt idx="139">
                <c:v>-0.00818388</c:v>
              </c:pt>
              <c:pt idx="140">
                <c:v>-0.02416483</c:v>
              </c:pt>
              <c:pt idx="141">
                <c:v>-0.04581535</c:v>
              </c:pt>
              <c:pt idx="142">
                <c:v>-0.02019128</c:v>
              </c:pt>
              <c:pt idx="143">
                <c:v>-0.02195966</c:v>
              </c:pt>
              <c:pt idx="144">
                <c:v>-0.11608774</c:v>
              </c:pt>
              <c:pt idx="145">
                <c:v>-0.11338384</c:v>
              </c:pt>
              <c:pt idx="146">
                <c:v>-0.15164482</c:v>
              </c:pt>
              <c:pt idx="147">
                <c:v>-0.13478074</c:v>
              </c:pt>
              <c:pt idx="148">
                <c:v>-0.06787764</c:v>
              </c:pt>
              <c:pt idx="149">
                <c:v>-0.07327132</c:v>
              </c:pt>
              <c:pt idx="150">
                <c:v>-0.0325471</c:v>
              </c:pt>
              <c:pt idx="151">
                <c:v>-0.03294849</c:v>
              </c:pt>
              <c:pt idx="152">
                <c:v>-0.03719623</c:v>
              </c:pt>
              <c:pt idx="153">
                <c:v>-0.04027314</c:v>
              </c:pt>
              <c:pt idx="154">
                <c:v>-0.03640343</c:v>
              </c:pt>
              <c:pt idx="155">
                <c:v>-0.04217604</c:v>
              </c:pt>
              <c:pt idx="156">
                <c:v>-0.05414572</c:v>
              </c:pt>
              <c:pt idx="157">
                <c:v>-0.05133501</c:v>
              </c:pt>
              <c:pt idx="158">
                <c:v>-0.04118149</c:v>
              </c:pt>
              <c:pt idx="159">
                <c:v>-0.05641439</c:v>
              </c:pt>
              <c:pt idx="160">
                <c:v>-0.01923055</c:v>
              </c:pt>
              <c:pt idx="161">
                <c:v>-0.01688493</c:v>
              </c:pt>
              <c:pt idx="162">
                <c:v>-0.0726393</c:v>
              </c:pt>
              <c:pt idx="163">
                <c:v>-0.04041259</c:v>
              </c:pt>
              <c:pt idx="164">
                <c:v>-0.02826999</c:v>
              </c:pt>
              <c:pt idx="165">
                <c:v>-0.02684703</c:v>
              </c:pt>
              <c:pt idx="166">
                <c:v>0</c:v>
              </c:pt>
              <c:pt idx="167">
                <c:v>-0.00062801</c:v>
              </c:pt>
              <c:pt idx="168">
                <c:v>-0.0064381</c:v>
              </c:pt>
              <c:pt idx="169">
                <c:v>0</c:v>
              </c:pt>
              <c:pt idx="170">
                <c:v>-0.00664338</c:v>
              </c:pt>
              <c:pt idx="171">
                <c:v>-0.01000433</c:v>
              </c:pt>
              <c:pt idx="172">
                <c:v>-0.01126057</c:v>
              </c:pt>
              <c:pt idx="173">
                <c:v>-0.00070194</c:v>
              </c:pt>
              <c:pt idx="174">
                <c:v>-0.00533143</c:v>
              </c:pt>
              <c:pt idx="175">
                <c:v>-0.03265958</c:v>
              </c:pt>
              <c:pt idx="176">
                <c:v>-0.02202101</c:v>
              </c:pt>
              <c:pt idx="177">
                <c:v>-0.01480895</c:v>
              </c:pt>
              <c:pt idx="178">
                <c:v>-0.00977059</c:v>
              </c:pt>
              <c:pt idx="179">
                <c:v>-0.02963575</c:v>
              </c:pt>
              <c:pt idx="180">
                <c:v>-0.02934934</c:v>
              </c:pt>
              <c:pt idx="181">
                <c:v>-0.02107713</c:v>
              </c:pt>
              <c:pt idx="182">
                <c:v>-0.01311541</c:v>
              </c:pt>
              <c:pt idx="183">
                <c:v>-0.04417862</c:v>
              </c:pt>
              <c:pt idx="184">
                <c:v>-0.04360778</c:v>
              </c:pt>
              <c:pt idx="185">
                <c:v>-0.03284971</c:v>
              </c:pt>
              <c:pt idx="186">
                <c:v>-0.03358793</c:v>
              </c:pt>
              <c:pt idx="187">
                <c:v>-0.01014987</c:v>
              </c:pt>
              <c:pt idx="188">
                <c:v>-0.00856549</c:v>
              </c:pt>
              <c:pt idx="189">
                <c:v>-0.01376622</c:v>
              </c:pt>
              <c:pt idx="190">
                <c:v>-0.00746999</c:v>
              </c:pt>
              <c:pt idx="191">
                <c:v>-0.00317978</c:v>
              </c:pt>
              <c:pt idx="192">
                <c:v>0</c:v>
              </c:pt>
              <c:pt idx="193">
                <c:v>0</c:v>
              </c:pt>
              <c:pt idx="194">
                <c:v>-0.00854811</c:v>
              </c:pt>
              <c:pt idx="195">
                <c:v>-0.00623071</c:v>
              </c:pt>
              <c:pt idx="196">
                <c:v>0</c:v>
              </c:pt>
              <c:pt idx="197">
                <c:v>0</c:v>
              </c:pt>
              <c:pt idx="198">
                <c:v>-0.01483964</c:v>
              </c:pt>
              <c:pt idx="199">
                <c:v>-0.0090945</c:v>
              </c:pt>
              <c:pt idx="200">
                <c:v>-0.0140128</c:v>
              </c:pt>
              <c:pt idx="201">
                <c:v>-0.02485403</c:v>
              </c:pt>
              <c:pt idx="202">
                <c:v>-0.02391927</c:v>
              </c:pt>
              <c:pt idx="203">
                <c:v>-0.00932579</c:v>
              </c:pt>
              <c:pt idx="204">
                <c:v>-0.01266755</c:v>
              </c:pt>
              <c:pt idx="205">
                <c:v>-0.02582955</c:v>
              </c:pt>
              <c:pt idx="206">
                <c:v>0</c:v>
              </c:pt>
              <c:pt idx="207">
                <c:v>0</c:v>
              </c:pt>
              <c:pt idx="208">
                <c:v>-0.02415738</c:v>
              </c:pt>
              <c:pt idx="209">
                <c:v>-0.01190093</c:v>
              </c:pt>
              <c:pt idx="210">
                <c:v>-0.00636032</c:v>
              </c:pt>
              <c:pt idx="211">
                <c:v>-0.00457517</c:v>
              </c:pt>
              <c:pt idx="212">
                <c:v>-0.01538736</c:v>
              </c:pt>
              <c:pt idx="213">
                <c:v>-0.00869202</c:v>
              </c:pt>
              <c:pt idx="214">
                <c:v>-0.01148477</c:v>
              </c:pt>
              <c:pt idx="215">
                <c:v>-0.02216211</c:v>
              </c:pt>
              <c:pt idx="216">
                <c:v>-0.01261382</c:v>
              </c:pt>
              <c:pt idx="217">
                <c:v>-0.00588095</c:v>
              </c:pt>
              <c:pt idx="218">
                <c:v>-0.00791319</c:v>
              </c:pt>
              <c:pt idx="219">
                <c:v>-0.0297311</c:v>
              </c:pt>
              <c:pt idx="220">
                <c:v>-0.0313489</c:v>
              </c:pt>
              <c:pt idx="221">
                <c:v>-0.01922886</c:v>
              </c:pt>
              <c:pt idx="222">
                <c:v>-0.0242652</c:v>
              </c:pt>
              <c:pt idx="223">
                <c:v>-0.00384581</c:v>
              </c:pt>
              <c:pt idx="224">
                <c:v>-0.00686519</c:v>
              </c:pt>
              <c:pt idx="225">
                <c:v>-0.01047238</c:v>
              </c:pt>
              <c:pt idx="226">
                <c:v>0</c:v>
              </c:pt>
              <c:pt idx="227">
                <c:v>0</c:v>
              </c:pt>
              <c:pt idx="228">
                <c:v>-0.00722733</c:v>
              </c:pt>
              <c:pt idx="229">
                <c:v>0</c:v>
              </c:pt>
              <c:pt idx="230">
                <c:v>-0.00029638</c:v>
              </c:pt>
              <c:pt idx="231">
                <c:v>-0.01126636</c:v>
              </c:pt>
              <c:pt idx="232">
                <c:v>-0.00279217</c:v>
              </c:pt>
              <c:pt idx="233">
                <c:v>0</c:v>
              </c:pt>
              <c:pt idx="234">
                <c:v>-0.01338173</c:v>
              </c:pt>
              <c:pt idx="235">
                <c:v>-0.00110971</c:v>
              </c:pt>
              <c:pt idx="236">
                <c:v>-0.00261699</c:v>
              </c:pt>
              <c:pt idx="237">
                <c:v>-0.01715753</c:v>
              </c:pt>
              <c:pt idx="238">
                <c:v>0</c:v>
              </c:pt>
              <c:pt idx="239">
                <c:v>0</c:v>
              </c:pt>
              <c:pt idx="240">
                <c:v>-0.01592323</c:v>
              </c:pt>
              <c:pt idx="241">
                <c:v>-0.01451566</c:v>
              </c:pt>
              <c:pt idx="242">
                <c:v>-0.01882156</c:v>
              </c:pt>
              <c:pt idx="243">
                <c:v>-0.09891798</c:v>
              </c:pt>
              <c:pt idx="244">
                <c:v>-0.02373697</c:v>
              </c:pt>
              <c:pt idx="245">
                <c:v>-0.0131555</c:v>
              </c:pt>
              <c:pt idx="246">
                <c:v>-0.04635579</c:v>
              </c:pt>
              <c:pt idx="247">
                <c:v>-0.02768253</c:v>
              </c:pt>
              <c:pt idx="248">
                <c:v>-0.02667897</c:v>
              </c:pt>
              <c:pt idx="249">
                <c:v>-0.07964414</c:v>
              </c:pt>
              <c:pt idx="250">
                <c:v>-0.05908634</c:v>
              </c:pt>
              <c:pt idx="251">
                <c:v>-0.04822482</c:v>
              </c:pt>
              <c:pt idx="252">
                <c:v>-0.06526532</c:v>
              </c:pt>
              <c:pt idx="253">
                <c:v>-0.05863804</c:v>
              </c:pt>
              <c:pt idx="254">
                <c:v>-0.04305109</c:v>
              </c:pt>
              <c:pt idx="255">
                <c:v>-0.0172092</c:v>
              </c:pt>
              <c:pt idx="256">
                <c:v>-0.02850888</c:v>
              </c:pt>
              <c:pt idx="257">
                <c:v>-0.01010153</c:v>
              </c:pt>
              <c:pt idx="258">
                <c:v>-0.00715902</c:v>
              </c:pt>
              <c:pt idx="259">
                <c:v>-0.04252165</c:v>
              </c:pt>
              <c:pt idx="260">
                <c:v>0</c:v>
              </c:pt>
              <c:pt idx="261">
                <c:v>-0.00057231</c:v>
              </c:pt>
              <c:pt idx="262">
                <c:v>-0.00057741</c:v>
              </c:pt>
              <c:pt idx="263">
                <c:v>-0.02877387</c:v>
              </c:pt>
              <c:pt idx="264">
                <c:v>-0.01161072</c:v>
              </c:pt>
              <c:pt idx="265">
                <c:v>-0.00583549</c:v>
              </c:pt>
              <c:pt idx="266">
                <c:v>-0.0161727</c:v>
              </c:pt>
              <c:pt idx="267">
                <c:v>0</c:v>
              </c:pt>
              <c:pt idx="268">
                <c:v>0</c:v>
              </c:pt>
              <c:pt idx="269">
                <c:v>-0.02355226</c:v>
              </c:pt>
              <c:pt idx="270">
                <c:v>-0.01341111</c:v>
              </c:pt>
              <c:pt idx="271">
                <c:v>-0.00347249</c:v>
              </c:pt>
              <c:pt idx="272">
                <c:v>-0.08685185</c:v>
              </c:pt>
              <c:pt idx="273">
                <c:v>-0.06643904</c:v>
              </c:pt>
              <c:pt idx="274">
                <c:v>-0.11879661</c:v>
              </c:pt>
              <c:pt idx="275">
                <c:v>-0.08506001</c:v>
              </c:pt>
              <c:pt idx="276">
                <c:v>-0.08356642</c:v>
              </c:pt>
              <c:pt idx="277">
                <c:v>-0.13947487</c:v>
              </c:pt>
              <c:pt idx="278">
                <c:v>-0.11911963</c:v>
              </c:pt>
              <c:pt idx="279">
                <c:v>-0.09296107</c:v>
              </c:pt>
              <c:pt idx="280">
                <c:v>-0.18762205</c:v>
              </c:pt>
              <c:pt idx="281">
                <c:v>-0.20879736</c:v>
              </c:pt>
              <c:pt idx="282">
                <c:v>-0.22993448</c:v>
              </c:pt>
              <c:pt idx="283">
                <c:v>-0.12770928</c:v>
              </c:pt>
              <c:pt idx="284">
                <c:v>-0.12816988</c:v>
              </c:pt>
              <c:pt idx="285">
                <c:v>-0.09084827</c:v>
              </c:pt>
              <c:pt idx="286">
                <c:v>-0.08902546</c:v>
              </c:pt>
              <c:pt idx="287">
                <c:v>-0.08931099</c:v>
              </c:pt>
              <c:pt idx="288">
                <c:v>-0.05696843</c:v>
              </c:pt>
              <c:pt idx="289">
                <c:v>-0.05689024</c:v>
              </c:pt>
              <c:pt idx="290">
                <c:v>-0.07606524</c:v>
              </c:pt>
              <c:pt idx="291">
                <c:v>-0.03129438</c:v>
              </c:pt>
              <c:pt idx="292">
                <c:v>-0.03680342</c:v>
              </c:pt>
              <c:pt idx="293">
                <c:v>-0.00160419</c:v>
              </c:pt>
              <c:pt idx="294">
                <c:v>-0.00027903</c:v>
              </c:pt>
              <c:pt idx="295">
                <c:v>-0.02666433</c:v>
              </c:pt>
              <c:pt idx="296">
                <c:v>-0.02109301</c:v>
              </c:pt>
              <c:pt idx="297">
                <c:v>-0.04075474</c:v>
              </c:pt>
              <c:pt idx="298">
                <c:v>-0.06307326</c:v>
              </c:pt>
              <c:pt idx="299">
                <c:v>-0.04625415</c:v>
              </c:pt>
              <c:pt idx="300">
                <c:v>-0.03613795</c:v>
              </c:pt>
              <c:pt idx="301">
                <c:v>-0.01644528</c:v>
              </c:pt>
              <c:pt idx="302">
                <c:v>-0.0128719</c:v>
              </c:pt>
              <c:pt idx="303">
                <c:v>-0.01109387</c:v>
              </c:pt>
              <c:pt idx="304">
                <c:v>-0.00881144</c:v>
              </c:pt>
              <c:pt idx="305">
                <c:v>-0.05274577</c:v>
              </c:pt>
              <c:pt idx="306">
                <c:v>-0.03317039</c:v>
              </c:pt>
              <c:pt idx="307">
                <c:v>-0.01854776</c:v>
              </c:pt>
              <c:pt idx="308">
                <c:v>-0.04173364</c:v>
              </c:pt>
              <c:pt idx="309">
                <c:v>-0.00803799</c:v>
              </c:pt>
              <c:pt idx="310">
                <c:v>-0.00013632</c:v>
              </c:pt>
              <c:pt idx="311">
                <c:v>-0.00982999</c:v>
              </c:pt>
              <c:pt idx="312">
                <c:v>-0.0060535</c:v>
              </c:pt>
              <c:pt idx="313">
                <c:v>-0.01373594</c:v>
              </c:pt>
              <c:pt idx="314">
                <c:v>-0.02952449</c:v>
              </c:pt>
              <c:pt idx="315">
                <c:v>-0.0056194</c:v>
              </c:pt>
              <c:pt idx="316">
                <c:v>0</c:v>
              </c:pt>
              <c:pt idx="317">
                <c:v>-0.00554336</c:v>
              </c:pt>
              <c:pt idx="318">
                <c:v>-0.00084965</c:v>
              </c:pt>
              <c:pt idx="319">
                <c:v>0</c:v>
              </c:pt>
              <c:pt idx="320">
                <c:v>-0.02492042</c:v>
              </c:pt>
              <c:pt idx="321">
                <c:v>-0.01980888</c:v>
              </c:pt>
              <c:pt idx="322">
                <c:v>-0.01811477</c:v>
              </c:pt>
              <c:pt idx="323">
                <c:v>0</c:v>
              </c:pt>
              <c:pt idx="324">
                <c:v>-0.005358</c:v>
              </c:pt>
              <c:pt idx="325">
                <c:v>-0.00761463</c:v>
              </c:pt>
              <c:pt idx="326">
                <c:v>-0.00159112</c:v>
              </c:pt>
              <c:pt idx="327">
                <c:v>0</c:v>
              </c:pt>
              <c:pt idx="328">
                <c:v>-0.02789081</c:v>
              </c:pt>
              <c:pt idx="329">
                <c:v>-0.02540084</c:v>
              </c:pt>
              <c:pt idx="330">
                <c:v>0</c:v>
              </c:pt>
              <c:pt idx="331">
                <c:v>0</c:v>
              </c:pt>
              <c:pt idx="332">
                <c:v>-0.15642744</c:v>
              </c:pt>
              <c:pt idx="333">
                <c:v>-0.11898117</c:v>
              </c:pt>
              <c:pt idx="334">
                <c:v>-0.28985212</c:v>
              </c:pt>
              <c:pt idx="335">
                <c:v>-0.19159767</c:v>
              </c:pt>
              <c:pt idx="336">
                <c:v>-0.22542044</c:v>
              </c:pt>
              <c:pt idx="337">
                <c:v>-0.12220387</c:v>
              </c:pt>
              <c:pt idx="338">
                <c:v>-0.109655</c:v>
              </c:pt>
              <c:pt idx="339">
                <c:v>-0.12024632</c:v>
              </c:pt>
              <c:pt idx="340">
                <c:v>-0.10545805</c:v>
              </c:pt>
              <c:pt idx="341">
                <c:v>-0.0941419</c:v>
              </c:pt>
              <c:pt idx="342">
                <c:v>-0.07354452</c:v>
              </c:pt>
              <c:pt idx="343">
                <c:v>-0.08053976</c:v>
              </c:pt>
              <c:pt idx="344">
                <c:v>-0.01085042</c:v>
              </c:pt>
              <c:pt idx="345">
                <c:v>-0.00857006</c:v>
              </c:pt>
              <c:pt idx="346">
                <c:v>-0.06511533</c:v>
              </c:pt>
              <c:pt idx="347">
                <c:v>-0.01312681</c:v>
              </c:pt>
              <c:pt idx="348">
                <c:v>-0.0072714</c:v>
              </c:pt>
              <c:pt idx="349">
                <c:v>-0.0267412</c:v>
              </c:pt>
              <c:pt idx="350">
                <c:v>-0.01579509</c:v>
              </c:pt>
              <c:pt idx="351">
                <c:v>-0.02451259</c:v>
              </c:pt>
              <c:pt idx="352">
                <c:v>-0.02502673</c:v>
              </c:pt>
              <c:pt idx="353">
                <c:v>0</c:v>
              </c:pt>
              <c:pt idx="354">
                <c:v>0</c:v>
              </c:pt>
              <c:pt idx="355">
                <c:v>-0.08497369</c:v>
              </c:pt>
              <c:pt idx="356">
                <c:v>-0.06209513</c:v>
              </c:pt>
              <c:pt idx="357">
                <c:v>-0.08000412</c:v>
              </c:pt>
              <c:pt idx="358">
                <c:v>-0.10343082</c:v>
              </c:pt>
              <c:pt idx="359">
                <c:v>-0.05114066</c:v>
              </c:pt>
              <c:pt idx="360">
                <c:v>-0.06767622</c:v>
              </c:pt>
              <c:pt idx="361">
                <c:v>-0.03680776</c:v>
              </c:pt>
              <c:pt idx="362">
                <c:v>-0.0513624</c:v>
              </c:pt>
              <c:pt idx="363">
                <c:v>-0.08992551</c:v>
              </c:pt>
              <c:pt idx="364">
                <c:v>-0.00425476</c:v>
              </c:pt>
              <c:pt idx="365">
                <c:v>-0.00900509</c:v>
              </c:pt>
              <c:pt idx="366">
                <c:v>-0.02075378</c:v>
              </c:pt>
              <c:pt idx="367">
                <c:v>-0.02114312</c:v>
              </c:pt>
              <c:pt idx="368">
                <c:v>-0.01529381</c:v>
              </c:pt>
              <c:pt idx="369">
                <c:v>-0.01351528</c:v>
              </c:pt>
              <c:pt idx="370">
                <c:v>-0.01638328</c:v>
              </c:pt>
              <c:pt idx="371">
                <c:v>-0.01322763</c:v>
              </c:pt>
              <c:pt idx="372">
                <c:v>-0.0119359</c:v>
              </c:pt>
              <c:pt idx="373">
                <c:v>-0.00437086</c:v>
              </c:pt>
              <c:pt idx="374">
                <c:v>-0.02729688</c:v>
              </c:pt>
              <c:pt idx="375">
                <c:v>-0.02090226</c:v>
              </c:pt>
              <c:pt idx="376">
                <c:v>-0.04024869</c:v>
              </c:pt>
              <c:pt idx="377">
                <c:v>-0.01591717</c:v>
              </c:pt>
              <c:pt idx="378">
                <c:v>-0.03619323</c:v>
              </c:pt>
              <c:pt idx="379">
                <c:v>-0.08598871</c:v>
              </c:pt>
              <c:pt idx="380">
                <c:v>-0.08693851</c:v>
              </c:pt>
              <c:pt idx="381">
                <c:v>-0.03330291</c:v>
              </c:pt>
              <c:pt idx="382">
                <c:v>-0.03253416</c:v>
              </c:pt>
              <c:pt idx="383">
                <c:v>-0.05598027</c:v>
              </c:pt>
              <c:pt idx="384">
                <c:v>-0.00128289</c:v>
              </c:pt>
              <c:pt idx="385">
                <c:v>0</c:v>
              </c:pt>
              <c:pt idx="386">
                <c:v>-0.0173467</c:v>
              </c:pt>
              <c:pt idx="387">
                <c:v>-0.01890623</c:v>
              </c:pt>
              <c:pt idx="388">
                <c:v>-0.00355404</c:v>
              </c:pt>
              <c:pt idx="389">
                <c:v>-0.01021619</c:v>
              </c:pt>
              <c:pt idx="390">
                <c:v>-0.05486167</c:v>
              </c:pt>
              <c:pt idx="391">
                <c:v>-0.03355084</c:v>
              </c:pt>
              <c:pt idx="392">
                <c:v>-0.0213873</c:v>
              </c:pt>
              <c:pt idx="393">
                <c:v>-0.02208731</c:v>
              </c:pt>
              <c:pt idx="394">
                <c:v>-0.02288568</c:v>
              </c:pt>
              <c:pt idx="395">
                <c:v>-0.00842145</c:v>
              </c:pt>
              <c:pt idx="396">
                <c:v>-0.01445598</c:v>
              </c:pt>
              <c:pt idx="397">
                <c:v>-0.02219024</c:v>
              </c:pt>
              <c:pt idx="398">
                <c:v>-0.01095325</c:v>
              </c:pt>
              <c:pt idx="399">
                <c:v>0</c:v>
              </c:pt>
              <c:pt idx="400">
                <c:v>-0.03358004</c:v>
              </c:pt>
              <c:pt idx="401">
                <c:v>-0.00355204</c:v>
              </c:pt>
              <c:pt idx="402">
                <c:v>-0.00665079</c:v>
              </c:pt>
              <c:pt idx="403">
                <c:v>-0.02034036</c:v>
              </c:pt>
              <c:pt idx="404">
                <c:v>-0.02142776</c:v>
              </c:pt>
              <c:pt idx="405">
                <c:v>-0.00120569</c:v>
              </c:pt>
              <c:pt idx="406">
                <c:v>0</c:v>
              </c:pt>
              <c:pt idx="407">
                <c:v>-0.01867809</c:v>
              </c:pt>
              <c:pt idx="408">
                <c:v>-0.00551996</c:v>
              </c:pt>
              <c:pt idx="409">
                <c:v>-0.00870762</c:v>
              </c:pt>
              <c:pt idx="410">
                <c:v>-0.03927682</c:v>
              </c:pt>
              <c:pt idx="411">
                <c:v>-0.02541406</c:v>
              </c:pt>
              <c:pt idx="412">
                <c:v>-0.00250754</c:v>
              </c:pt>
              <c:pt idx="413">
                <c:v>0</c:v>
              </c:pt>
              <c:pt idx="414">
                <c:v>-0.01008938</c:v>
              </c:pt>
              <c:pt idx="415">
                <c:v>0</c:v>
              </c:pt>
              <c:pt idx="416">
                <c:v>0</c:v>
              </c:pt>
              <c:pt idx="417">
                <c:v>-0.01624379</c:v>
              </c:pt>
              <c:pt idx="418">
                <c:v>-0.01133775</c:v>
              </c:pt>
              <c:pt idx="419">
                <c:v>-0.00599774</c:v>
              </c:pt>
              <c:pt idx="420">
                <c:v>-0.0499766</c:v>
              </c:pt>
              <c:pt idx="421">
                <c:v>-0.0196558</c:v>
              </c:pt>
              <c:pt idx="422">
                <c:v>-0.02756233</c:v>
              </c:pt>
              <c:pt idx="423">
                <c:v>-0.05161068</c:v>
              </c:pt>
              <c:pt idx="424">
                <c:v>-0.01271295</c:v>
              </c:pt>
              <c:pt idx="425">
                <c:v>-0.01543222</c:v>
              </c:pt>
              <c:pt idx="426">
                <c:v>-0.07437059</c:v>
              </c:pt>
              <c:pt idx="427">
                <c:v>-0.02680534</c:v>
              </c:pt>
              <c:pt idx="428">
                <c:v>-0.02026741</c:v>
              </c:pt>
              <c:pt idx="429">
                <c:v>-0.09203043</c:v>
              </c:pt>
              <c:pt idx="430">
                <c:v>-0.07852507</c:v>
              </c:pt>
              <c:pt idx="431">
                <c:v>-0.05862236</c:v>
              </c:pt>
              <c:pt idx="432">
                <c:v>-0.09307311</c:v>
              </c:pt>
              <c:pt idx="433">
                <c:v>-0.10061895</c:v>
              </c:pt>
              <c:pt idx="434">
                <c:v>-0.03048823</c:v>
              </c:pt>
              <c:pt idx="435">
                <c:v>-0.03123514</c:v>
              </c:pt>
              <c:pt idx="436">
                <c:v>-0.05724166</c:v>
              </c:pt>
              <c:pt idx="437">
                <c:v>-0.05889671</c:v>
              </c:pt>
              <c:pt idx="438">
                <c:v>-0.12013788</c:v>
              </c:pt>
              <c:pt idx="439">
                <c:v>-0.06956687</c:v>
              </c:pt>
              <c:pt idx="440">
                <c:v>-0.11165736</c:v>
              </c:pt>
              <c:pt idx="441">
                <c:v>-0.1701819</c:v>
              </c:pt>
              <c:pt idx="442">
                <c:v>-0.17276106</c:v>
              </c:pt>
              <c:pt idx="443">
                <c:v>-0.13438013</c:v>
              </c:pt>
              <c:pt idx="444">
                <c:v>-0.10809566</c:v>
              </c:pt>
              <c:pt idx="445">
                <c:v>-0.20957533</c:v>
              </c:pt>
              <c:pt idx="446">
                <c:v>-0.18142933</c:v>
              </c:pt>
              <c:pt idx="447">
                <c:v>-0.18091321</c:v>
              </c:pt>
              <c:pt idx="448">
                <c:v>-0.16066268</c:v>
              </c:pt>
              <c:pt idx="449">
                <c:v>-0.14806634</c:v>
              </c:pt>
              <c:pt idx="450">
                <c:v>-0.15458802</c:v>
              </c:pt>
              <c:pt idx="451">
                <c:v>-0.05330971</c:v>
              </c:pt>
              <c:pt idx="452">
                <c:v>-0.05416906</c:v>
              </c:pt>
              <c:pt idx="453">
                <c:v>-0.05605545</c:v>
              </c:pt>
              <c:pt idx="454">
                <c:v>-0.05601346</c:v>
              </c:pt>
              <c:pt idx="455">
                <c:v>-0.06970766</c:v>
              </c:pt>
              <c:pt idx="456">
                <c:v>-0.11404392</c:v>
              </c:pt>
              <c:pt idx="457">
                <c:v>-0.12072817</c:v>
              </c:pt>
              <c:pt idx="458">
                <c:v>-0.17043423</c:v>
              </c:pt>
              <c:pt idx="459">
                <c:v>-0.1688931</c:v>
              </c:pt>
              <c:pt idx="460">
                <c:v>-0.14762021</c:v>
              </c:pt>
              <c:pt idx="461">
                <c:v>-0.17050209</c:v>
              </c:pt>
              <c:pt idx="462">
                <c:v>-0.12483858</c:v>
              </c:pt>
              <c:pt idx="463">
                <c:v>-0.1190029</c:v>
              </c:pt>
              <c:pt idx="464">
                <c:v>-0.13459039</c:v>
              </c:pt>
              <c:pt idx="465">
                <c:v>-0.08656519</c:v>
              </c:pt>
              <c:pt idx="466">
                <c:v>-0.05800864</c:v>
              </c:pt>
              <c:pt idx="467">
                <c:v>-0.11408952</c:v>
              </c:pt>
              <c:pt idx="468">
                <c:v>-0.09953407</c:v>
              </c:pt>
              <c:pt idx="469">
                <c:v>-0.1150727</c:v>
              </c:pt>
              <c:pt idx="470">
                <c:v>-0.12221522</c:v>
              </c:pt>
              <c:pt idx="471">
                <c:v>-0.12396508</c:v>
              </c:pt>
              <c:pt idx="472">
                <c:v>-0.0780544</c:v>
              </c:pt>
              <c:pt idx="473">
                <c:v>-0.09461312</c:v>
              </c:pt>
              <c:pt idx="474">
                <c:v>-0.10005242</c:v>
              </c:pt>
              <c:pt idx="475">
                <c:v>-0.0557356</c:v>
              </c:pt>
              <c:pt idx="476">
                <c:v>-0.06477965</c:v>
              </c:pt>
              <c:pt idx="477">
                <c:v>-0.09447008</c:v>
              </c:pt>
              <c:pt idx="478">
                <c:v>-0.0698398</c:v>
              </c:pt>
              <c:pt idx="479">
                <c:v>-0.06856974</c:v>
              </c:pt>
              <c:pt idx="480">
                <c:v>-0.10426623</c:v>
              </c:pt>
              <c:pt idx="481">
                <c:v>-0.10087058</c:v>
              </c:pt>
              <c:pt idx="482">
                <c:v>-0.06642638</c:v>
              </c:pt>
              <c:pt idx="483">
                <c:v>-0.06605277</c:v>
              </c:pt>
              <c:pt idx="484">
                <c:v>-0.02546204</c:v>
              </c:pt>
              <c:pt idx="485">
                <c:v>-0.03132551</c:v>
              </c:pt>
              <c:pt idx="486">
                <c:v>-0.04649245</c:v>
              </c:pt>
              <c:pt idx="487">
                <c:v>-0.04843677</c:v>
              </c:pt>
              <c:pt idx="488">
                <c:v>-0.03384041</c:v>
              </c:pt>
              <c:pt idx="489">
                <c:v>-0.03545701</c:v>
              </c:pt>
              <c:pt idx="490">
                <c:v>-0.0383619</c:v>
              </c:pt>
              <c:pt idx="491">
                <c:v>-0.00124169</c:v>
              </c:pt>
              <c:pt idx="492">
                <c:v>-0.00035163</c:v>
              </c:pt>
              <c:pt idx="493">
                <c:v>-0.00242117</c:v>
              </c:pt>
              <c:pt idx="494">
                <c:v>-0.02178583</c:v>
              </c:pt>
              <c:pt idx="495">
                <c:v>-0.00933593</c:v>
              </c:pt>
              <c:pt idx="496">
                <c:v>-0.00576805</c:v>
              </c:pt>
              <c:pt idx="497">
                <c:v>-0.01200123</c:v>
              </c:pt>
              <c:pt idx="498">
                <c:v>-0.00911155</c:v>
              </c:pt>
              <c:pt idx="499">
                <c:v>-0.00364305</c:v>
              </c:pt>
              <c:pt idx="500">
                <c:v>-0.02480348</c:v>
              </c:pt>
              <c:pt idx="501">
                <c:v>-0.02431588</c:v>
              </c:pt>
              <c:pt idx="502">
                <c:v>-0.01960156</c:v>
              </c:pt>
              <c:pt idx="503">
                <c:v>-0.03390056</c:v>
              </c:pt>
              <c:pt idx="504">
                <c:v>-0.04609407</c:v>
              </c:pt>
              <c:pt idx="505">
                <c:v>-0.0461621</c:v>
              </c:pt>
              <c:pt idx="506">
                <c:v>-0.01458497</c:v>
              </c:pt>
              <c:pt idx="507">
                <c:v>-0.01971843</c:v>
              </c:pt>
              <c:pt idx="508">
                <c:v>-0.05829696</c:v>
              </c:pt>
              <c:pt idx="509">
                <c:v>-0.04555781</c:v>
              </c:pt>
              <c:pt idx="510">
                <c:v>-0.04968433</c:v>
              </c:pt>
              <c:pt idx="511">
                <c:v>-0.07583022</c:v>
              </c:pt>
              <c:pt idx="512">
                <c:v>-0.07667223</c:v>
              </c:pt>
              <c:pt idx="513">
                <c:v>-0.09648333</c:v>
              </c:pt>
              <c:pt idx="514">
                <c:v>-0.09486262</c:v>
              </c:pt>
              <c:pt idx="515">
                <c:v>-0.02338572</c:v>
              </c:pt>
              <c:pt idx="516">
                <c:v>-0.00317624</c:v>
              </c:pt>
              <c:pt idx="517">
                <c:v>-0.01335471</c:v>
              </c:pt>
              <c:pt idx="518">
                <c:v>-0.00297769</c:v>
              </c:pt>
              <c:pt idx="519">
                <c:v>-0.01568499</c:v>
              </c:pt>
              <c:pt idx="520">
                <c:v>-0.00477241</c:v>
              </c:pt>
              <c:pt idx="521">
                <c:v>-0.02073815</c:v>
              </c:pt>
              <c:pt idx="522">
                <c:v>-0.03790085</c:v>
              </c:pt>
              <c:pt idx="523">
                <c:v>0</c:v>
              </c:pt>
              <c:pt idx="524">
                <c:v>0</c:v>
              </c:pt>
              <c:pt idx="525">
                <c:v>-0.02307076</c:v>
              </c:pt>
              <c:pt idx="526">
                <c:v>-0.00295512</c:v>
              </c:pt>
              <c:pt idx="527">
                <c:v>-0.01097868</c:v>
              </c:pt>
              <c:pt idx="528">
                <c:v>-0.01988529</c:v>
              </c:pt>
              <c:pt idx="529">
                <c:v>-0.01349077</c:v>
              </c:pt>
              <c:pt idx="530">
                <c:v>-0.00196591</c:v>
              </c:pt>
              <c:pt idx="531">
                <c:v>-0.01521713</c:v>
              </c:pt>
              <c:pt idx="532">
                <c:v>-0.00287231</c:v>
              </c:pt>
              <c:pt idx="533">
                <c:v>-0.01493982</c:v>
              </c:pt>
              <c:pt idx="534">
                <c:v>-0.06010933</c:v>
              </c:pt>
              <c:pt idx="535">
                <c:v>-0.03876135</c:v>
              </c:pt>
              <c:pt idx="536">
                <c:v>-0.02836234</c:v>
              </c:pt>
              <c:pt idx="537">
                <c:v>-0.04666036</c:v>
              </c:pt>
              <c:pt idx="538">
                <c:v>-0.00062336</c:v>
              </c:pt>
              <c:pt idx="539">
                <c:v>0</c:v>
              </c:pt>
              <c:pt idx="540">
                <c:v>-0.01685111</c:v>
              </c:pt>
              <c:pt idx="541">
                <c:v>0</c:v>
              </c:pt>
              <c:pt idx="542">
                <c:v>0</c:v>
              </c:pt>
              <c:pt idx="543">
                <c:v>-0.01500453</c:v>
              </c:pt>
              <c:pt idx="544">
                <c:v>0</c:v>
              </c:pt>
              <c:pt idx="545">
                <c:v>0</c:v>
              </c:pt>
              <c:pt idx="546">
                <c:v>-0.0420873</c:v>
              </c:pt>
              <c:pt idx="547">
                <c:v>-0.03401022</c:v>
              </c:pt>
              <c:pt idx="548">
                <c:v>-0.03556918</c:v>
              </c:pt>
              <c:pt idx="549">
                <c:v>-0.08478132</c:v>
              </c:pt>
              <c:pt idx="550">
                <c:v>-0.00153579</c:v>
              </c:pt>
              <c:pt idx="551">
                <c:v>0</c:v>
              </c:pt>
              <c:pt idx="552">
                <c:v>-0.05105734</c:v>
              </c:pt>
              <c:pt idx="553">
                <c:v>-0.00877187</c:v>
              </c:pt>
              <c:pt idx="554">
                <c:v>-0.00356783</c:v>
              </c:pt>
              <c:pt idx="555">
                <c:v>-0.0124567</c:v>
              </c:pt>
              <c:pt idx="556">
                <c:v>-0.01201371</c:v>
              </c:pt>
              <c:pt idx="557">
                <c:v>-0.0004112</c:v>
              </c:pt>
              <c:pt idx="558">
                <c:v>-0.00933489</c:v>
              </c:pt>
              <c:pt idx="559">
                <c:v>-0.0149713</c:v>
              </c:pt>
              <c:pt idx="560">
                <c:v>-0.00734208</c:v>
              </c:pt>
              <c:pt idx="561">
                <c:v>-0.0015903</c:v>
              </c:pt>
              <c:pt idx="562">
                <c:v>-0.0296169</c:v>
              </c:pt>
              <c:pt idx="563">
                <c:v>-0.01902963</c:v>
              </c:pt>
              <c:pt idx="564">
                <c:v>-0.01978591</c:v>
              </c:pt>
              <c:pt idx="565">
                <c:v>-0.00982127</c:v>
              </c:pt>
              <c:pt idx="566">
                <c:v>-0.00529765</c:v>
              </c:pt>
              <c:pt idx="567">
                <c:v>-0.03813875</c:v>
              </c:pt>
              <c:pt idx="568">
                <c:v>-0.02975026</c:v>
              </c:pt>
              <c:pt idx="569">
                <c:v>-0.02889127</c:v>
              </c:pt>
              <c:pt idx="570">
                <c:v>-0.04552932</c:v>
              </c:pt>
              <c:pt idx="571">
                <c:v>-0.04613725</c:v>
              </c:pt>
              <c:pt idx="572">
                <c:v>-0.01414065</c:v>
              </c:pt>
              <c:pt idx="573">
                <c:v>-0.02310203</c:v>
              </c:pt>
              <c:pt idx="574">
                <c:v>-0.03315819</c:v>
              </c:pt>
              <c:pt idx="575">
                <c:v>-0.03173435</c:v>
              </c:pt>
              <c:pt idx="576">
                <c:v>-0.10092769</c:v>
              </c:pt>
              <c:pt idx="577">
                <c:v>-0.07817119</c:v>
              </c:pt>
              <c:pt idx="578">
                <c:v>-0.07961496</c:v>
              </c:pt>
              <c:pt idx="579">
                <c:v>-0.17330553</c:v>
              </c:pt>
              <c:pt idx="580">
                <c:v>-0.12958689</c:v>
              </c:pt>
              <c:pt idx="581">
                <c:v>-0.11659797</c:v>
              </c:pt>
              <c:pt idx="582">
                <c:v>-0.14352912</c:v>
              </c:pt>
              <c:pt idx="583">
                <c:v>-0.07046316</c:v>
              </c:pt>
              <c:pt idx="584">
                <c:v>-0.07449592</c:v>
              </c:pt>
              <c:pt idx="585">
                <c:v>-0.02396314</c:v>
              </c:pt>
              <c:pt idx="586">
                <c:v>-0.0210195</c:v>
              </c:pt>
              <c:pt idx="587">
                <c:v>-0.02075051</c:v>
              </c:pt>
              <c:pt idx="588">
                <c:v>-0.02184092</c:v>
              </c:pt>
              <c:pt idx="589">
                <c:v>-0.02179736</c:v>
              </c:pt>
              <c:pt idx="590">
                <c:v>-0.00929064</c:v>
              </c:pt>
              <c:pt idx="591">
                <c:v>-0.00984659</c:v>
              </c:pt>
              <c:pt idx="592">
                <c:v>-0.00637838</c:v>
              </c:pt>
              <c:pt idx="593">
                <c:v>-0.00434083</c:v>
              </c:pt>
              <c:pt idx="594">
                <c:v>-0.02134191</c:v>
              </c:pt>
              <c:pt idx="595">
                <c:v>-0.00268307</c:v>
              </c:pt>
              <c:pt idx="596">
                <c:v>-0.00101336</c:v>
              </c:pt>
              <c:pt idx="597">
                <c:v>-0.02332509</c:v>
              </c:pt>
              <c:pt idx="598">
                <c:v>0</c:v>
              </c:pt>
              <c:pt idx="599">
                <c:v>-0.00956973</c:v>
              </c:pt>
              <c:pt idx="600">
                <c:v>-0.01782867</c:v>
              </c:pt>
              <c:pt idx="601">
                <c:v>0</c:v>
              </c:pt>
              <c:pt idx="602">
                <c:v>-0.00560896</c:v>
              </c:pt>
              <c:pt idx="603">
                <c:v>-0.02623578</c:v>
              </c:pt>
              <c:pt idx="604">
                <c:v>-0.01109913</c:v>
              </c:pt>
              <c:pt idx="605">
                <c:v>-0.0051655</c:v>
              </c:pt>
              <c:pt idx="606">
                <c:v>-0.01460508</c:v>
              </c:pt>
              <c:pt idx="607">
                <c:v>-0.02174335</c:v>
              </c:pt>
              <c:pt idx="608">
                <c:v>-0.01802096</c:v>
              </c:pt>
              <c:pt idx="609">
                <c:v>-0.02935168</c:v>
              </c:pt>
              <c:pt idx="610">
                <c:v>-0.05188572</c:v>
              </c:pt>
              <c:pt idx="611">
                <c:v>-0.00859042</c:v>
              </c:pt>
              <c:pt idx="612">
                <c:v>-0.01561705</c:v>
              </c:pt>
              <c:pt idx="613">
                <c:v>-0.03140002</c:v>
              </c:pt>
              <c:pt idx="614">
                <c:v>-0.00881579</c:v>
              </c:pt>
              <c:pt idx="615">
                <c:v>-0.00567669</c:v>
              </c:pt>
              <c:pt idx="616">
                <c:v>-0.01559524</c:v>
              </c:pt>
              <c:pt idx="617">
                <c:v>0</c:v>
              </c:pt>
              <c:pt idx="618">
                <c:v>-0.00108431</c:v>
              </c:pt>
              <c:pt idx="619">
                <c:v>-0.0231409</c:v>
              </c:pt>
              <c:pt idx="620">
                <c:v>0</c:v>
              </c:pt>
              <c:pt idx="621">
                <c:v>0</c:v>
              </c:pt>
              <c:pt idx="622">
                <c:v>-0.01967561</c:v>
              </c:pt>
              <c:pt idx="623">
                <c:v>-0.00838633</c:v>
              </c:pt>
              <c:pt idx="624">
                <c:v>-0.01452318</c:v>
              </c:pt>
              <c:pt idx="625">
                <c:v>-0.06605064</c:v>
              </c:pt>
              <c:pt idx="626">
                <c:v>-0.0847117</c:v>
              </c:pt>
              <c:pt idx="627">
                <c:v>-0.09357731</c:v>
              </c:pt>
              <c:pt idx="628">
                <c:v>-0.00176115</c:v>
              </c:pt>
              <c:pt idx="629">
                <c:v>-0.00705293</c:v>
              </c:pt>
              <c:pt idx="630">
                <c:v>-0.01105899</c:v>
              </c:pt>
              <c:pt idx="631">
                <c:v>-0.00907982</c:v>
              </c:pt>
              <c:pt idx="632">
                <c:v>-0.00240929</c:v>
              </c:pt>
              <c:pt idx="633">
                <c:v>-0.02911132</c:v>
              </c:pt>
              <c:pt idx="634">
                <c:v>-0.00696387</c:v>
              </c:pt>
              <c:pt idx="635">
                <c:v>-0.04765048</c:v>
              </c:pt>
              <c:pt idx="636">
                <c:v>-0.0646124</c:v>
              </c:pt>
              <c:pt idx="637">
                <c:v>-0.01772631</c:v>
              </c:pt>
              <c:pt idx="638">
                <c:v>-0.00688685</c:v>
              </c:pt>
              <c:pt idx="639">
                <c:v>-0.05031889</c:v>
              </c:pt>
              <c:pt idx="640">
                <c:v>-0.0406482</c:v>
              </c:pt>
              <c:pt idx="641">
                <c:v>-0.05661526</c:v>
              </c:pt>
              <c:pt idx="642">
                <c:v>-0.07864777</c:v>
              </c:pt>
              <c:pt idx="643">
                <c:v>-0.0014141</c:v>
              </c:pt>
              <c:pt idx="644">
                <c:v>-6.267E-05</c:v>
              </c:pt>
              <c:pt idx="645">
                <c:v>-0.0066089</c:v>
              </c:pt>
              <c:pt idx="646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-0.00560218</c:v>
              </c:pt>
              <c:pt idx="2">
                <c:v>0</c:v>
              </c:pt>
              <c:pt idx="3">
                <c:v>0</c:v>
              </c:pt>
              <c:pt idx="4">
                <c:v>-0.01124033</c:v>
              </c:pt>
              <c:pt idx="5">
                <c:v>-0.00118194</c:v>
              </c:pt>
              <c:pt idx="6">
                <c:v>0</c:v>
              </c:pt>
              <c:pt idx="7">
                <c:v>-0.02773224</c:v>
              </c:pt>
              <c:pt idx="8">
                <c:v>-0.00224269</c:v>
              </c:pt>
              <c:pt idx="9">
                <c:v>-0.00083319</c:v>
              </c:pt>
              <c:pt idx="10">
                <c:v>-0.01074098</c:v>
              </c:pt>
              <c:pt idx="11">
                <c:v>-0.00612184</c:v>
              </c:pt>
              <c:pt idx="12">
                <c:v>-0.01058567</c:v>
              </c:pt>
              <c:pt idx="13">
                <c:v>-0.03172365</c:v>
              </c:pt>
              <c:pt idx="14">
                <c:v>-0.00596768</c:v>
              </c:pt>
              <c:pt idx="15">
                <c:v>0</c:v>
              </c:pt>
              <c:pt idx="16">
                <c:v>-0.00876733</c:v>
              </c:pt>
              <c:pt idx="17">
                <c:v>-6.027E-05</c:v>
              </c:pt>
              <c:pt idx="18">
                <c:v>0</c:v>
              </c:pt>
              <c:pt idx="19">
                <c:v>-0.03529319</c:v>
              </c:pt>
              <c:pt idx="20">
                <c:v>-0.03242241</c:v>
              </c:pt>
              <c:pt idx="21">
                <c:v>-0.01770621</c:v>
              </c:pt>
              <c:pt idx="22">
                <c:v>-0.05550585</c:v>
              </c:pt>
              <c:pt idx="23">
                <c:v>-0.01966557</c:v>
              </c:pt>
              <c:pt idx="24">
                <c:v>-0.01407242</c:v>
              </c:pt>
              <c:pt idx="25">
                <c:v>-0.00536846</c:v>
              </c:pt>
              <c:pt idx="26">
                <c:v>-0.00536846</c:v>
              </c:pt>
              <c:pt idx="27">
                <c:v>-0.03615105</c:v>
              </c:pt>
              <c:pt idx="28">
                <c:v>-0.03141283</c:v>
              </c:pt>
              <c:pt idx="29">
                <c:v>-0.03737935</c:v>
              </c:pt>
              <c:pt idx="30">
                <c:v>-0.04457449</c:v>
              </c:pt>
              <c:pt idx="31">
                <c:v>-0.01169928</c:v>
              </c:pt>
              <c:pt idx="32">
                <c:v>-0.00947677</c:v>
              </c:pt>
              <c:pt idx="33">
                <c:v>-0.02665693</c:v>
              </c:pt>
              <c:pt idx="34">
                <c:v>-0.01928223</c:v>
              </c:pt>
              <c:pt idx="35">
                <c:v>-0.02775992</c:v>
              </c:pt>
              <c:pt idx="36">
                <c:v>-0.03908346</c:v>
              </c:pt>
              <c:pt idx="37">
                <c:v>-0.03838643</c:v>
              </c:pt>
              <c:pt idx="38">
                <c:v>0</c:v>
              </c:pt>
              <c:pt idx="39">
                <c:v>0</c:v>
              </c:pt>
              <c:pt idx="40">
                <c:v>-0.01264312</c:v>
              </c:pt>
              <c:pt idx="41">
                <c:v>-0.00566514</c:v>
              </c:pt>
              <c:pt idx="42">
                <c:v>-0.00877546</c:v>
              </c:pt>
              <c:pt idx="43">
                <c:v>-0.01802629</c:v>
              </c:pt>
              <c:pt idx="44">
                <c:v>-0.01813704</c:v>
              </c:pt>
              <c:pt idx="45">
                <c:v>-0.0065517</c:v>
              </c:pt>
              <c:pt idx="46">
                <c:v>-0.0063349</c:v>
              </c:pt>
              <c:pt idx="47">
                <c:v>-0.03974225</c:v>
              </c:pt>
              <c:pt idx="48">
                <c:v>-0.02956299</c:v>
              </c:pt>
              <c:pt idx="49">
                <c:v>-0.03524861</c:v>
              </c:pt>
              <c:pt idx="50">
                <c:v>-0.05696044</c:v>
              </c:pt>
              <c:pt idx="51">
                <c:v>0</c:v>
              </c:pt>
              <c:pt idx="52">
                <c:v>-0.00037879</c:v>
              </c:pt>
              <c:pt idx="53">
                <c:v>-0.01912289</c:v>
              </c:pt>
              <c:pt idx="54">
                <c:v>-0.00318762</c:v>
              </c:pt>
              <c:pt idx="55">
                <c:v>-0.00849911</c:v>
              </c:pt>
              <c:pt idx="56">
                <c:v>-0.02403641</c:v>
              </c:pt>
              <c:pt idx="57">
                <c:v>-0.00947717</c:v>
              </c:pt>
              <c:pt idx="58">
                <c:v>-0.03028378</c:v>
              </c:pt>
              <c:pt idx="59">
                <c:v>-0.03901936</c:v>
              </c:pt>
              <c:pt idx="60">
                <c:v>-0.00434139</c:v>
              </c:pt>
              <c:pt idx="61">
                <c:v>-0.00243521</c:v>
              </c:pt>
              <c:pt idx="62">
                <c:v>-0.01111808</c:v>
              </c:pt>
              <c:pt idx="63">
                <c:v>-0.01347683</c:v>
              </c:pt>
              <c:pt idx="64">
                <c:v>0</c:v>
              </c:pt>
              <c:pt idx="65">
                <c:v>-0.00073087</c:v>
              </c:pt>
              <c:pt idx="66">
                <c:v>-0.0105323</c:v>
              </c:pt>
              <c:pt idx="67">
                <c:v>0</c:v>
              </c:pt>
              <c:pt idx="68">
                <c:v>0</c:v>
              </c:pt>
              <c:pt idx="69">
                <c:v>-0.00988895</c:v>
              </c:pt>
              <c:pt idx="70">
                <c:v>-0.00802204</c:v>
              </c:pt>
              <c:pt idx="71">
                <c:v>-0.00302738</c:v>
              </c:pt>
              <c:pt idx="72">
                <c:v>-0.03095872</c:v>
              </c:pt>
              <c:pt idx="73">
                <c:v>-0.02396144</c:v>
              </c:pt>
              <c:pt idx="74">
                <c:v>-0.03342536</c:v>
              </c:pt>
              <c:pt idx="75">
                <c:v>-0.03835911</c:v>
              </c:pt>
              <c:pt idx="76">
                <c:v>0</c:v>
              </c:pt>
              <c:pt idx="77">
                <c:v>-0.00039907</c:v>
              </c:pt>
              <c:pt idx="78">
                <c:v>-0.0105913</c:v>
              </c:pt>
              <c:pt idx="79">
                <c:v>0</c:v>
              </c:pt>
              <c:pt idx="80">
                <c:v>-0.00090099</c:v>
              </c:pt>
              <c:pt idx="81">
                <c:v>-0.0514779</c:v>
              </c:pt>
              <c:pt idx="82">
                <c:v>-0.06705945</c:v>
              </c:pt>
              <c:pt idx="83">
                <c:v>-0.07273449</c:v>
              </c:pt>
              <c:pt idx="84">
                <c:v>0</c:v>
              </c:pt>
              <c:pt idx="85">
                <c:v>-0.00346925</c:v>
              </c:pt>
              <c:pt idx="86">
                <c:v>-0.00160563</c:v>
              </c:pt>
              <c:pt idx="87">
                <c:v>-0.0007236</c:v>
              </c:pt>
              <c:pt idx="88">
                <c:v>0</c:v>
              </c:pt>
              <c:pt idx="89">
                <c:v>-0.04850973</c:v>
              </c:pt>
              <c:pt idx="90">
                <c:v>-0.00586534</c:v>
              </c:pt>
              <c:pt idx="91">
                <c:v>-0.00163538</c:v>
              </c:pt>
              <c:pt idx="92">
                <c:v>-0.04264095</c:v>
              </c:pt>
              <c:pt idx="93">
                <c:v>-0.03181331</c:v>
              </c:pt>
              <c:pt idx="94">
                <c:v>-0.03765846</c:v>
              </c:pt>
              <c:pt idx="95">
                <c:v>-0.04647367</c:v>
              </c:pt>
              <c:pt idx="96">
                <c:v>-0.01245703</c:v>
              </c:pt>
              <c:pt idx="97">
                <c:v>-0.01518786</c:v>
              </c:pt>
              <c:pt idx="98">
                <c:v>-0.01959551</c:v>
              </c:pt>
              <c:pt idx="99">
                <c:v>-0.00542908</c:v>
              </c:pt>
              <c:pt idx="100">
                <c:v>0</c:v>
              </c:pt>
              <c:pt idx="101">
                <c:v>-0.00410395</c:v>
              </c:pt>
              <c:pt idx="102">
                <c:v>-0.03533155</c:v>
              </c:pt>
              <c:pt idx="103">
                <c:v>-0.01055641</c:v>
              </c:pt>
              <c:pt idx="104">
                <c:v>-0.02505538</c:v>
              </c:pt>
              <c:pt idx="105">
                <c:v>-0.02737749</c:v>
              </c:pt>
              <c:pt idx="106">
                <c:v>-0.00321207</c:v>
              </c:pt>
              <c:pt idx="107">
                <c:v>-0.01467848</c:v>
              </c:pt>
              <c:pt idx="108">
                <c:v>-0.01705633</c:v>
              </c:pt>
              <c:pt idx="109">
                <c:v>-0.00014163</c:v>
              </c:pt>
              <c:pt idx="110">
                <c:v>-0.00491349</c:v>
              </c:pt>
              <c:pt idx="111">
                <c:v>-0.00789033</c:v>
              </c:pt>
              <c:pt idx="112">
                <c:v>-0.0131147</c:v>
              </c:pt>
              <c:pt idx="113">
                <c:v>-0.01002351</c:v>
              </c:pt>
              <c:pt idx="114">
                <c:v>-0.00740039</c:v>
              </c:pt>
              <c:pt idx="115">
                <c:v>-0.02365358</c:v>
              </c:pt>
              <c:pt idx="116">
                <c:v>-0.00925592</c:v>
              </c:pt>
              <c:pt idx="117">
                <c:v>-0.01226812</c:v>
              </c:pt>
              <c:pt idx="118">
                <c:v>-0.03316516</c:v>
              </c:pt>
              <c:pt idx="119">
                <c:v>-0.0373542</c:v>
              </c:pt>
              <c:pt idx="120">
                <c:v>0</c:v>
              </c:pt>
              <c:pt idx="121">
                <c:v>0</c:v>
              </c:pt>
              <c:pt idx="122">
                <c:v>-0.02728244</c:v>
              </c:pt>
              <c:pt idx="123">
                <c:v>-0.00950201</c:v>
              </c:pt>
              <c:pt idx="124">
                <c:v>-0.01843927</c:v>
              </c:pt>
              <c:pt idx="125">
                <c:v>-0.11910244</c:v>
              </c:pt>
              <c:pt idx="126">
                <c:v>-0.09793491</c:v>
              </c:pt>
              <c:pt idx="127">
                <c:v>-0.08081271</c:v>
              </c:pt>
              <c:pt idx="128">
                <c:v>-0.0940776</c:v>
              </c:pt>
              <c:pt idx="129">
                <c:v>-0.08790225</c:v>
              </c:pt>
              <c:pt idx="130">
                <c:v>-0.08813865</c:v>
              </c:pt>
              <c:pt idx="131">
                <c:v>-0.11102391</c:v>
              </c:pt>
              <c:pt idx="132">
                <c:v>-0.11050368</c:v>
              </c:pt>
              <c:pt idx="133">
                <c:v>-0.03886945</c:v>
              </c:pt>
              <c:pt idx="134">
                <c:v>-0.03839639</c:v>
              </c:pt>
              <c:pt idx="135">
                <c:v>-0.04558346</c:v>
              </c:pt>
              <c:pt idx="136">
                <c:v>-0.01612597</c:v>
              </c:pt>
              <c:pt idx="137">
                <c:v>-0.0138564</c:v>
              </c:pt>
              <c:pt idx="138">
                <c:v>-0.04232085</c:v>
              </c:pt>
              <c:pt idx="139">
                <c:v>-0.01399819</c:v>
              </c:pt>
              <c:pt idx="140">
                <c:v>-0.02780501</c:v>
              </c:pt>
              <c:pt idx="141">
                <c:v>-0.04860752</c:v>
              </c:pt>
              <c:pt idx="142">
                <c:v>-0.0216863</c:v>
              </c:pt>
              <c:pt idx="143">
                <c:v>-0.02392169</c:v>
              </c:pt>
              <c:pt idx="144">
                <c:v>-0.11695839</c:v>
              </c:pt>
              <c:pt idx="145">
                <c:v>-0.11201196</c:v>
              </c:pt>
              <c:pt idx="146">
                <c:v>-0.13022921</c:v>
              </c:pt>
              <c:pt idx="147">
                <c:v>-0.11229726</c:v>
              </c:pt>
              <c:pt idx="148">
                <c:v>-0.04589657</c:v>
              </c:pt>
              <c:pt idx="149">
                <c:v>-0.05631327</c:v>
              </c:pt>
              <c:pt idx="150">
                <c:v>-0.01501482</c:v>
              </c:pt>
              <c:pt idx="151">
                <c:v>-0.01740509</c:v>
              </c:pt>
              <c:pt idx="152">
                <c:v>-0.02491155</c:v>
              </c:pt>
              <c:pt idx="153">
                <c:v>-0.02457675</c:v>
              </c:pt>
              <c:pt idx="154">
                <c:v>-0.00537811</c:v>
              </c:pt>
              <c:pt idx="155">
                <c:v>-0.00537811</c:v>
              </c:pt>
              <c:pt idx="156">
                <c:v>-0.02441688</c:v>
              </c:pt>
              <c:pt idx="157">
                <c:v>-0.02541654</c:v>
              </c:pt>
              <c:pt idx="158">
                <c:v>-0.01580215</c:v>
              </c:pt>
              <c:pt idx="159">
                <c:v>-0.02808177</c:v>
              </c:pt>
              <c:pt idx="160">
                <c:v>0</c:v>
              </c:pt>
              <c:pt idx="161">
                <c:v>0</c:v>
              </c:pt>
              <c:pt idx="162">
                <c:v>-0.05524321</c:v>
              </c:pt>
              <c:pt idx="163">
                <c:v>-0.0218265</c:v>
              </c:pt>
              <c:pt idx="164">
                <c:v>-0.00847907</c:v>
              </c:pt>
              <c:pt idx="165">
                <c:v>-0.01354338</c:v>
              </c:pt>
              <c:pt idx="166">
                <c:v>0</c:v>
              </c:pt>
              <c:pt idx="167">
                <c:v>-0.0027161</c:v>
              </c:pt>
              <c:pt idx="168">
                <c:v>-0.00777997</c:v>
              </c:pt>
              <c:pt idx="169">
                <c:v>0</c:v>
              </c:pt>
              <c:pt idx="170">
                <c:v>-0.0051574</c:v>
              </c:pt>
              <c:pt idx="171">
                <c:v>-0.00821556</c:v>
              </c:pt>
              <c:pt idx="172">
                <c:v>-0.00497491</c:v>
              </c:pt>
              <c:pt idx="173">
                <c:v>-0.00036499</c:v>
              </c:pt>
              <c:pt idx="174">
                <c:v>-0.00264706</c:v>
              </c:pt>
              <c:pt idx="175">
                <c:v>-0.02651879</c:v>
              </c:pt>
              <c:pt idx="176">
                <c:v>-0.02711222</c:v>
              </c:pt>
              <c:pt idx="177">
                <c:v>-0.01517885</c:v>
              </c:pt>
              <c:pt idx="178">
                <c:v>-0.00774714</c:v>
              </c:pt>
              <c:pt idx="179">
                <c:v>-0.020913</c:v>
              </c:pt>
              <c:pt idx="180">
                <c:v>-0.02573003</c:v>
              </c:pt>
              <c:pt idx="181">
                <c:v>-0.01839014</c:v>
              </c:pt>
              <c:pt idx="182">
                <c:v>-0.01421577</c:v>
              </c:pt>
              <c:pt idx="183">
                <c:v>-0.04329961</c:v>
              </c:pt>
              <c:pt idx="184">
                <c:v>-0.00641695</c:v>
              </c:pt>
              <c:pt idx="185">
                <c:v>0</c:v>
              </c:pt>
              <c:pt idx="186">
                <c:v>-0.00880294</c:v>
              </c:pt>
              <c:pt idx="187">
                <c:v>0</c:v>
              </c:pt>
              <c:pt idx="188">
                <c:v>0</c:v>
              </c:pt>
              <c:pt idx="189">
                <c:v>-0.01278743</c:v>
              </c:pt>
              <c:pt idx="190">
                <c:v>-0.00523531</c:v>
              </c:pt>
              <c:pt idx="191">
                <c:v>-0.00572179</c:v>
              </c:pt>
              <c:pt idx="192">
                <c:v>0</c:v>
              </c:pt>
              <c:pt idx="193">
                <c:v>-0.00104552</c:v>
              </c:pt>
              <c:pt idx="194">
                <c:v>-0.00879921</c:v>
              </c:pt>
              <c:pt idx="195">
                <c:v>-0.00888651</c:v>
              </c:pt>
              <c:pt idx="196">
                <c:v>-0.0008517</c:v>
              </c:pt>
              <c:pt idx="197">
                <c:v>0</c:v>
              </c:pt>
              <c:pt idx="198">
                <c:v>-0.01342901</c:v>
              </c:pt>
              <c:pt idx="199">
                <c:v>-0.00821571</c:v>
              </c:pt>
              <c:pt idx="200">
                <c:v>-0.01201087</c:v>
              </c:pt>
              <c:pt idx="201">
                <c:v>-0.02099067</c:v>
              </c:pt>
              <c:pt idx="202">
                <c:v>-0.02145141</c:v>
              </c:pt>
              <c:pt idx="203">
                <c:v>-0.01366075</c:v>
              </c:pt>
              <c:pt idx="204">
                <c:v>-0.01659295</c:v>
              </c:pt>
              <c:pt idx="205">
                <c:v>-0.02610074</c:v>
              </c:pt>
              <c:pt idx="206">
                <c:v>-0.00059198</c:v>
              </c:pt>
              <c:pt idx="207">
                <c:v>-0.00277007</c:v>
              </c:pt>
              <c:pt idx="208">
                <c:v>-0.0186432</c:v>
              </c:pt>
              <c:pt idx="209">
                <c:v>-0.00828135</c:v>
              </c:pt>
              <c:pt idx="210">
                <c:v>-0.00324591</c:v>
              </c:pt>
              <c:pt idx="211">
                <c:v>-0.00393137</c:v>
              </c:pt>
              <c:pt idx="212">
                <c:v>-0.00331715</c:v>
              </c:pt>
              <c:pt idx="213">
                <c:v>0</c:v>
              </c:pt>
              <c:pt idx="214">
                <c:v>-0.00126745</c:v>
              </c:pt>
              <c:pt idx="215">
                <c:v>-0.0167987</c:v>
              </c:pt>
              <c:pt idx="216">
                <c:v>-0.01042244</c:v>
              </c:pt>
              <c:pt idx="217">
                <c:v>-0.00210148</c:v>
              </c:pt>
              <c:pt idx="218">
                <c:v>-0.00266742</c:v>
              </c:pt>
              <c:pt idx="219">
                <c:v>-0.02081752</c:v>
              </c:pt>
              <c:pt idx="220">
                <c:v>-0.020051</c:v>
              </c:pt>
              <c:pt idx="221">
                <c:v>-0.00980349</c:v>
              </c:pt>
              <c:pt idx="222">
                <c:v>-0.01565357</c:v>
              </c:pt>
              <c:pt idx="223">
                <c:v>0</c:v>
              </c:pt>
              <c:pt idx="224">
                <c:v>-0.00032001</c:v>
              </c:pt>
              <c:pt idx="225">
                <c:v>-0.00451869</c:v>
              </c:pt>
              <c:pt idx="226">
                <c:v>0</c:v>
              </c:pt>
              <c:pt idx="227">
                <c:v>-0.0011389</c:v>
              </c:pt>
              <c:pt idx="228">
                <c:v>-0.00707882</c:v>
              </c:pt>
              <c:pt idx="229">
                <c:v>0</c:v>
              </c:pt>
              <c:pt idx="230">
                <c:v>-0.00372511</c:v>
              </c:pt>
              <c:pt idx="231">
                <c:v>-0.01030441</c:v>
              </c:pt>
              <c:pt idx="232">
                <c:v>-0.00312623</c:v>
              </c:pt>
              <c:pt idx="233">
                <c:v>0</c:v>
              </c:pt>
              <c:pt idx="234">
                <c:v>-0.00686773</c:v>
              </c:pt>
              <c:pt idx="235">
                <c:v>-0.00011244</c:v>
              </c:pt>
              <c:pt idx="236">
                <c:v>-0.00419804</c:v>
              </c:pt>
              <c:pt idx="237">
                <c:v>-0.0049964</c:v>
              </c:pt>
              <c:pt idx="238">
                <c:v>0</c:v>
              </c:pt>
              <c:pt idx="239">
                <c:v>0</c:v>
              </c:pt>
              <c:pt idx="240">
                <c:v>-0.01681937</c:v>
              </c:pt>
              <c:pt idx="241">
                <c:v>-0.0163306</c:v>
              </c:pt>
              <c:pt idx="242">
                <c:v>-0.01744752</c:v>
              </c:pt>
              <c:pt idx="243">
                <c:v>-0.10101938</c:v>
              </c:pt>
              <c:pt idx="244">
                <c:v>-0.0414197</c:v>
              </c:pt>
              <c:pt idx="245">
                <c:v>-0.03028852</c:v>
              </c:pt>
              <c:pt idx="246">
                <c:v>-0.06588042</c:v>
              </c:pt>
              <c:pt idx="247">
                <c:v>-0.05236499</c:v>
              </c:pt>
              <c:pt idx="248">
                <c:v>-0.05075329</c:v>
              </c:pt>
              <c:pt idx="249">
                <c:v>-0.09797921</c:v>
              </c:pt>
              <c:pt idx="250">
                <c:v>-0.07594277</c:v>
              </c:pt>
              <c:pt idx="251">
                <c:v>-0.06834048</c:v>
              </c:pt>
              <c:pt idx="252">
                <c:v>-0.07867545</c:v>
              </c:pt>
              <c:pt idx="253">
                <c:v>-0.0799366</c:v>
              </c:pt>
              <c:pt idx="254">
                <c:v>-0.06802498</c:v>
              </c:pt>
              <c:pt idx="255">
                <c:v>-0.04654943</c:v>
              </c:pt>
              <c:pt idx="256">
                <c:v>-0.05751486</c:v>
              </c:pt>
              <c:pt idx="257">
                <c:v>-0.03047896</c:v>
              </c:pt>
              <c:pt idx="258">
                <c:v>-0.02882493</c:v>
              </c:pt>
              <c:pt idx="259">
                <c:v>-0.05212154</c:v>
              </c:pt>
              <c:pt idx="260">
                <c:v>-0.01685994</c:v>
              </c:pt>
              <c:pt idx="261">
                <c:v>-0.01608533</c:v>
              </c:pt>
              <c:pt idx="262">
                <c:v>-0.01696554</c:v>
              </c:pt>
              <c:pt idx="263">
                <c:v>-0.01481873</c:v>
              </c:pt>
              <c:pt idx="264">
                <c:v>-0.00197378</c:v>
              </c:pt>
              <c:pt idx="265">
                <c:v>0</c:v>
              </c:pt>
              <c:pt idx="266">
                <c:v>-0.01330651</c:v>
              </c:pt>
              <c:pt idx="267">
                <c:v>0</c:v>
              </c:pt>
              <c:pt idx="268">
                <c:v>0</c:v>
              </c:pt>
              <c:pt idx="269">
                <c:v>-0.01331116</c:v>
              </c:pt>
              <c:pt idx="270">
                <c:v>-0.00089198</c:v>
              </c:pt>
              <c:pt idx="271">
                <c:v>0</c:v>
              </c:pt>
              <c:pt idx="272">
                <c:v>-0.06873054</c:v>
              </c:pt>
              <c:pt idx="273">
                <c:v>-0.05579678</c:v>
              </c:pt>
              <c:pt idx="274">
                <c:v>-0.09716474</c:v>
              </c:pt>
              <c:pt idx="275">
                <c:v>-0.0696884</c:v>
              </c:pt>
              <c:pt idx="276">
                <c:v>-0.06455636</c:v>
              </c:pt>
              <c:pt idx="277">
                <c:v>-0.09925178</c:v>
              </c:pt>
              <c:pt idx="278">
                <c:v>-0.0816303</c:v>
              </c:pt>
              <c:pt idx="279">
                <c:v>-0.06048462</c:v>
              </c:pt>
              <c:pt idx="280">
                <c:v>-0.15427179</c:v>
              </c:pt>
              <c:pt idx="281">
                <c:v>-0.17160057</c:v>
              </c:pt>
              <c:pt idx="282">
                <c:v>-0.19348909</c:v>
              </c:pt>
              <c:pt idx="283">
                <c:v>-0.10397231</c:v>
              </c:pt>
              <c:pt idx="284">
                <c:v>-0.10180415</c:v>
              </c:pt>
              <c:pt idx="285">
                <c:v>-0.07027902</c:v>
              </c:pt>
              <c:pt idx="286">
                <c:v>-0.06914322</c:v>
              </c:pt>
              <c:pt idx="287">
                <c:v>-0.06862704</c:v>
              </c:pt>
              <c:pt idx="288">
                <c:v>-0.03840912</c:v>
              </c:pt>
              <c:pt idx="289">
                <c:v>-0.03971739</c:v>
              </c:pt>
              <c:pt idx="290">
                <c:v>-0.05541139</c:v>
              </c:pt>
              <c:pt idx="291">
                <c:v>-0.02822828</c:v>
              </c:pt>
              <c:pt idx="292">
                <c:v>-0.03330984</c:v>
              </c:pt>
              <c:pt idx="293">
                <c:v>-0.00244712</c:v>
              </c:pt>
              <c:pt idx="294">
                <c:v>-0.00048308</c:v>
              </c:pt>
              <c:pt idx="295">
                <c:v>-0.02506549</c:v>
              </c:pt>
              <c:pt idx="296">
                <c:v>-0.02016832</c:v>
              </c:pt>
              <c:pt idx="297">
                <c:v>-0.04479169</c:v>
              </c:pt>
              <c:pt idx="298">
                <c:v>-0.06618381</c:v>
              </c:pt>
              <c:pt idx="299">
                <c:v>-0.0459139</c:v>
              </c:pt>
              <c:pt idx="300">
                <c:v>-0.03764924</c:v>
              </c:pt>
              <c:pt idx="301">
                <c:v>-0.01344324</c:v>
              </c:pt>
              <c:pt idx="302">
                <c:v>-0.00994442</c:v>
              </c:pt>
              <c:pt idx="303">
                <c:v>-0.01190329</c:v>
              </c:pt>
              <c:pt idx="304">
                <c:v>-0.00947633</c:v>
              </c:pt>
              <c:pt idx="305">
                <c:v>-0.06022939</c:v>
              </c:pt>
              <c:pt idx="306">
                <c:v>-0.04615724</c:v>
              </c:pt>
              <c:pt idx="307">
                <c:v>-0.03132339</c:v>
              </c:pt>
              <c:pt idx="308">
                <c:v>-0.05996471</c:v>
              </c:pt>
              <c:pt idx="309">
                <c:v>-0.02638956</c:v>
              </c:pt>
              <c:pt idx="310">
                <c:v>-0.01387361</c:v>
              </c:pt>
              <c:pt idx="311">
                <c:v>-0.01580596</c:v>
              </c:pt>
              <c:pt idx="312">
                <c:v>-0.01204736</c:v>
              </c:pt>
              <c:pt idx="313">
                <c:v>-0.01736965</c:v>
              </c:pt>
              <c:pt idx="314">
                <c:v>-0.04178568</c:v>
              </c:pt>
              <c:pt idx="315">
                <c:v>-0.00882069</c:v>
              </c:pt>
              <c:pt idx="316">
                <c:v>-0.00210157</c:v>
              </c:pt>
              <c:pt idx="317">
                <c:v>-0.00536124</c:v>
              </c:pt>
              <c:pt idx="318">
                <c:v>-0.00190961</c:v>
              </c:pt>
              <c:pt idx="319">
                <c:v>0</c:v>
              </c:pt>
              <c:pt idx="320">
                <c:v>-0.01879679</c:v>
              </c:pt>
              <c:pt idx="321">
                <c:v>-0.01274274</c:v>
              </c:pt>
              <c:pt idx="322">
                <c:v>-0.01096774</c:v>
              </c:pt>
              <c:pt idx="323">
                <c:v>-0.00024798</c:v>
              </c:pt>
              <c:pt idx="324">
                <c:v>-0.00575961</c:v>
              </c:pt>
              <c:pt idx="325">
                <c:v>-0.00757247</c:v>
              </c:pt>
              <c:pt idx="326">
                <c:v>-0.00183744</c:v>
              </c:pt>
              <c:pt idx="327">
                <c:v>-0.00069269</c:v>
              </c:pt>
              <c:pt idx="328">
                <c:v>-0.02545542</c:v>
              </c:pt>
              <c:pt idx="329">
                <c:v>-0.0307875</c:v>
              </c:pt>
              <c:pt idx="330">
                <c:v>-0.00106715</c:v>
              </c:pt>
              <c:pt idx="331">
                <c:v>0</c:v>
              </c:pt>
              <c:pt idx="332">
                <c:v>-0.18948376</c:v>
              </c:pt>
              <c:pt idx="333">
                <c:v>-0.14754363</c:v>
              </c:pt>
              <c:pt idx="334">
                <c:v>-0.33717261</c:v>
              </c:pt>
              <c:pt idx="335">
                <c:v>-0.23371259</c:v>
              </c:pt>
              <c:pt idx="336">
                <c:v>-0.26819924</c:v>
              </c:pt>
              <c:pt idx="337">
                <c:v>-0.17029897</c:v>
              </c:pt>
              <c:pt idx="338">
                <c:v>-0.15873378</c:v>
              </c:pt>
              <c:pt idx="339">
                <c:v>-0.15926942</c:v>
              </c:pt>
              <c:pt idx="340">
                <c:v>-0.16280661</c:v>
              </c:pt>
              <c:pt idx="341">
                <c:v>-0.14889346</c:v>
              </c:pt>
              <c:pt idx="342">
                <c:v>-0.12296914</c:v>
              </c:pt>
              <c:pt idx="343">
                <c:v>-0.13197707</c:v>
              </c:pt>
              <c:pt idx="344">
                <c:v>-0.04629547</c:v>
              </c:pt>
              <c:pt idx="345">
                <c:v>-0.05161728</c:v>
              </c:pt>
              <c:pt idx="346">
                <c:v>-0.10629054</c:v>
              </c:pt>
              <c:pt idx="347">
                <c:v>-0.07276581</c:v>
              </c:pt>
              <c:pt idx="348">
                <c:v>-0.06765931</c:v>
              </c:pt>
              <c:pt idx="349">
                <c:v>-0.0418298</c:v>
              </c:pt>
              <c:pt idx="350">
                <c:v>-0.03484269</c:v>
              </c:pt>
              <c:pt idx="351">
                <c:v>-0.04096385</c:v>
              </c:pt>
              <c:pt idx="352">
                <c:v>-0.00825442</c:v>
              </c:pt>
              <c:pt idx="353">
                <c:v>0</c:v>
              </c:pt>
              <c:pt idx="354">
                <c:v>0</c:v>
              </c:pt>
              <c:pt idx="355">
                <c:v>-0.06846548</c:v>
              </c:pt>
              <c:pt idx="356">
                <c:v>-0.05007003</c:v>
              </c:pt>
              <c:pt idx="357">
                <c:v>-0.06656444</c:v>
              </c:pt>
              <c:pt idx="358">
                <c:v>-0.09440455</c:v>
              </c:pt>
              <c:pt idx="359">
                <c:v>-0.05398642</c:v>
              </c:pt>
              <c:pt idx="360">
                <c:v>-0.06296823</c:v>
              </c:pt>
              <c:pt idx="361">
                <c:v>-0.0294545</c:v>
              </c:pt>
              <c:pt idx="362">
                <c:v>-0.04739034</c:v>
              </c:pt>
              <c:pt idx="363">
                <c:v>-0.08345805</c:v>
              </c:pt>
              <c:pt idx="364">
                <c:v>0</c:v>
              </c:pt>
              <c:pt idx="365">
                <c:v>-0.00537829</c:v>
              </c:pt>
              <c:pt idx="366">
                <c:v>-0.01996887</c:v>
              </c:pt>
              <c:pt idx="367">
                <c:v>-0.01409372</c:v>
              </c:pt>
              <c:pt idx="368">
                <c:v>-0.00896902</c:v>
              </c:pt>
              <c:pt idx="369">
                <c:v>-0.00929314</c:v>
              </c:pt>
              <c:pt idx="370">
                <c:v>-0.0104546</c:v>
              </c:pt>
              <c:pt idx="371">
                <c:v>-0.01488512</c:v>
              </c:pt>
              <c:pt idx="372">
                <c:v>-0.01361411</c:v>
              </c:pt>
              <c:pt idx="373">
                <c:v>-0.0068205</c:v>
              </c:pt>
              <c:pt idx="374">
                <c:v>-0.02596329</c:v>
              </c:pt>
              <c:pt idx="375">
                <c:v>-0.0175864</c:v>
              </c:pt>
              <c:pt idx="376">
                <c:v>-0.03725392</c:v>
              </c:pt>
              <c:pt idx="377">
                <c:v>-0.00664706</c:v>
              </c:pt>
              <c:pt idx="378">
                <c:v>-0.01428795</c:v>
              </c:pt>
              <c:pt idx="379">
                <c:v>-0.04059692</c:v>
              </c:pt>
              <c:pt idx="380">
                <c:v>-0.02781166</c:v>
              </c:pt>
              <c:pt idx="381">
                <c:v>0</c:v>
              </c:pt>
              <c:pt idx="382">
                <c:v>-0.00126163</c:v>
              </c:pt>
              <c:pt idx="383">
                <c:v>-0.02132303</c:v>
              </c:pt>
              <c:pt idx="384">
                <c:v>0</c:v>
              </c:pt>
              <c:pt idx="385">
                <c:v>0</c:v>
              </c:pt>
              <c:pt idx="386">
                <c:v>-0.01219864</c:v>
              </c:pt>
              <c:pt idx="387">
                <c:v>-0.01195918</c:v>
              </c:pt>
              <c:pt idx="388">
                <c:v>0</c:v>
              </c:pt>
              <c:pt idx="389">
                <c:v>-0.00657049</c:v>
              </c:pt>
              <c:pt idx="390">
                <c:v>-0.0395858</c:v>
              </c:pt>
              <c:pt idx="391">
                <c:v>-0.01700942</c:v>
              </c:pt>
              <c:pt idx="392">
                <c:v>-0.00698853</c:v>
              </c:pt>
              <c:pt idx="393">
                <c:v>-0.00919167</c:v>
              </c:pt>
              <c:pt idx="394">
                <c:v>-0.00793594</c:v>
              </c:pt>
              <c:pt idx="395">
                <c:v>-0.00183437</c:v>
              </c:pt>
              <c:pt idx="396">
                <c:v>-0.00740729</c:v>
              </c:pt>
              <c:pt idx="397">
                <c:v>-0.02112246</c:v>
              </c:pt>
              <c:pt idx="398">
                <c:v>-0.00814805</c:v>
              </c:pt>
              <c:pt idx="399">
                <c:v>0</c:v>
              </c:pt>
              <c:pt idx="400">
                <c:v>-0.02770634</c:v>
              </c:pt>
              <c:pt idx="401">
                <c:v>-0.00569141</c:v>
              </c:pt>
              <c:pt idx="402">
                <c:v>-0.00777764</c:v>
              </c:pt>
              <c:pt idx="403">
                <c:v>-0.01742836</c:v>
              </c:pt>
              <c:pt idx="404">
                <c:v>-0.01590706</c:v>
              </c:pt>
              <c:pt idx="405">
                <c:v>0</c:v>
              </c:pt>
              <c:pt idx="406">
                <c:v>0</c:v>
              </c:pt>
              <c:pt idx="407">
                <c:v>-0.0199034</c:v>
              </c:pt>
              <c:pt idx="408">
                <c:v>-0.01171694</c:v>
              </c:pt>
              <c:pt idx="409">
                <c:v>-0.01328358</c:v>
              </c:pt>
              <c:pt idx="410">
                <c:v>-0.04009535</c:v>
              </c:pt>
              <c:pt idx="411">
                <c:v>-0.05114152</c:v>
              </c:pt>
              <c:pt idx="412">
                <c:v>-0.02896064</c:v>
              </c:pt>
              <c:pt idx="413">
                <c:v>-0.03073168</c:v>
              </c:pt>
              <c:pt idx="414">
                <c:v>-0.04011754</c:v>
              </c:pt>
              <c:pt idx="415">
                <c:v>0</c:v>
              </c:pt>
              <c:pt idx="416">
                <c:v>0</c:v>
              </c:pt>
              <c:pt idx="417">
                <c:v>-0.01132359</c:v>
              </c:pt>
              <c:pt idx="418">
                <c:v>-0.00459873</c:v>
              </c:pt>
              <c:pt idx="419">
                <c:v>-0.00327854</c:v>
              </c:pt>
              <c:pt idx="420">
                <c:v>-0.04093859</c:v>
              </c:pt>
              <c:pt idx="421">
                <c:v>-0.00029731</c:v>
              </c:pt>
              <c:pt idx="422">
                <c:v>-0.00911315</c:v>
              </c:pt>
              <c:pt idx="423">
                <c:v>-0.0300834</c:v>
              </c:pt>
              <c:pt idx="424">
                <c:v>-0.02432456</c:v>
              </c:pt>
              <c:pt idx="425">
                <c:v>-0.02553851</c:v>
              </c:pt>
              <c:pt idx="426">
                <c:v>-0.09727673</c:v>
              </c:pt>
              <c:pt idx="427">
                <c:v>-0.05183065</c:v>
              </c:pt>
              <c:pt idx="428">
                <c:v>-0.04262018</c:v>
              </c:pt>
              <c:pt idx="429">
                <c:v>-0.11672356</c:v>
              </c:pt>
              <c:pt idx="430">
                <c:v>-0.10343122</c:v>
              </c:pt>
              <c:pt idx="431">
                <c:v>-0.08364932</c:v>
              </c:pt>
              <c:pt idx="432">
                <c:v>-0.12865565</c:v>
              </c:pt>
              <c:pt idx="433">
                <c:v>-0.12708546</c:v>
              </c:pt>
              <c:pt idx="434">
                <c:v>-0.06658667</c:v>
              </c:pt>
              <c:pt idx="435">
                <c:v>-0.06685967</c:v>
              </c:pt>
              <c:pt idx="436">
                <c:v>-0.07624572</c:v>
              </c:pt>
              <c:pt idx="437">
                <c:v>-0.07966848</c:v>
              </c:pt>
              <c:pt idx="438">
                <c:v>-0.1348728</c:v>
              </c:pt>
              <c:pt idx="439">
                <c:v>-0.09904993</c:v>
              </c:pt>
              <c:pt idx="440">
                <c:v>-0.13107215</c:v>
              </c:pt>
              <c:pt idx="441">
                <c:v>-0.18220295</c:v>
              </c:pt>
              <c:pt idx="442">
                <c:v>-0.18184603</c:v>
              </c:pt>
              <c:pt idx="443">
                <c:v>-0.14892068</c:v>
              </c:pt>
              <c:pt idx="444">
                <c:v>-0.12802763</c:v>
              </c:pt>
              <c:pt idx="445">
                <c:v>-0.23009987</c:v>
              </c:pt>
              <c:pt idx="446">
                <c:v>-0.20901713</c:v>
              </c:pt>
              <c:pt idx="447">
                <c:v>-0.21045112</c:v>
              </c:pt>
              <c:pt idx="448">
                <c:v>-0.20302803</c:v>
              </c:pt>
              <c:pt idx="449">
                <c:v>-0.18780171</c:v>
              </c:pt>
              <c:pt idx="450">
                <c:v>-0.19450798</c:v>
              </c:pt>
              <c:pt idx="451">
                <c:v>-0.12803564</c:v>
              </c:pt>
              <c:pt idx="452">
                <c:v>-0.12904788</c:v>
              </c:pt>
              <c:pt idx="453">
                <c:v>-0.13250655</c:v>
              </c:pt>
              <c:pt idx="454">
                <c:v>-0.15089613</c:v>
              </c:pt>
              <c:pt idx="455">
                <c:v>-0.16021754</c:v>
              </c:pt>
              <c:pt idx="456">
                <c:v>-0.20085514</c:v>
              </c:pt>
              <c:pt idx="457">
                <c:v>-0.20756806</c:v>
              </c:pt>
              <c:pt idx="458">
                <c:v>-0.2436511</c:v>
              </c:pt>
              <c:pt idx="459">
                <c:v>-0.24496391</c:v>
              </c:pt>
              <c:pt idx="460">
                <c:v>-0.2250376</c:v>
              </c:pt>
              <c:pt idx="461">
                <c:v>-0.24269814</c:v>
              </c:pt>
              <c:pt idx="462">
                <c:v>-0.2030575</c:v>
              </c:pt>
              <c:pt idx="463">
                <c:v>-0.19543426</c:v>
              </c:pt>
              <c:pt idx="464">
                <c:v>-0.20775864</c:v>
              </c:pt>
              <c:pt idx="465">
                <c:v>-0.163078</c:v>
              </c:pt>
              <c:pt idx="466">
                <c:v>-0.13671457</c:v>
              </c:pt>
              <c:pt idx="467">
                <c:v>-0.19159083</c:v>
              </c:pt>
              <c:pt idx="468">
                <c:v>-0.17838043</c:v>
              </c:pt>
              <c:pt idx="469">
                <c:v>-0.19010163</c:v>
              </c:pt>
              <c:pt idx="470">
                <c:v>-0.19873847</c:v>
              </c:pt>
              <c:pt idx="471">
                <c:v>-0.19295238</c:v>
              </c:pt>
              <c:pt idx="472">
                <c:v>-0.15383175</c:v>
              </c:pt>
              <c:pt idx="473">
                <c:v>-0.16719104</c:v>
              </c:pt>
              <c:pt idx="474">
                <c:v>-0.17325386</c:v>
              </c:pt>
              <c:pt idx="475">
                <c:v>-0.12643238</c:v>
              </c:pt>
              <c:pt idx="476">
                <c:v>-0.13400545</c:v>
              </c:pt>
              <c:pt idx="477">
                <c:v>-0.16027743</c:v>
              </c:pt>
              <c:pt idx="478">
                <c:v>-0.14017433</c:v>
              </c:pt>
              <c:pt idx="479">
                <c:v>-0.13957883</c:v>
              </c:pt>
              <c:pt idx="480">
                <c:v>-0.1790612</c:v>
              </c:pt>
              <c:pt idx="481">
                <c:v>-0.18023123</c:v>
              </c:pt>
              <c:pt idx="482">
                <c:v>-0.15333551</c:v>
              </c:pt>
              <c:pt idx="483">
                <c:v>-0.155236</c:v>
              </c:pt>
              <c:pt idx="484">
                <c:v>-0.11564554</c:v>
              </c:pt>
              <c:pt idx="485">
                <c:v>-0.1204716</c:v>
              </c:pt>
              <c:pt idx="486">
                <c:v>-0.13653003</c:v>
              </c:pt>
              <c:pt idx="487">
                <c:v>-0.1348857</c:v>
              </c:pt>
              <c:pt idx="488">
                <c:v>-0.11993789</c:v>
              </c:pt>
              <c:pt idx="489">
                <c:v>-0.12109093</c:v>
              </c:pt>
              <c:pt idx="490">
                <c:v>-0.12395234</c:v>
              </c:pt>
              <c:pt idx="491">
                <c:v>-0.08797087</c:v>
              </c:pt>
              <c:pt idx="492">
                <c:v>-0.08598496</c:v>
              </c:pt>
              <c:pt idx="493">
                <c:v>-0.08914544</c:v>
              </c:pt>
              <c:pt idx="494">
                <c:v>-0.07528101</c:v>
              </c:pt>
              <c:pt idx="495">
                <c:v>-0.06467157</c:v>
              </c:pt>
              <c:pt idx="496">
                <c:v>-0.06098505</c:v>
              </c:pt>
              <c:pt idx="497">
                <c:v>-0.05766284</c:v>
              </c:pt>
              <c:pt idx="498">
                <c:v>-0.0308283</c:v>
              </c:pt>
              <c:pt idx="499">
                <c:v>-0.02649874</c:v>
              </c:pt>
              <c:pt idx="500">
                <c:v>-0.04460996</c:v>
              </c:pt>
              <c:pt idx="501">
                <c:v>-0.04482444</c:v>
              </c:pt>
              <c:pt idx="502">
                <c:v>-0.0395517</c:v>
              </c:pt>
              <c:pt idx="503">
                <c:v>-0.05073993</c:v>
              </c:pt>
              <c:pt idx="504">
                <c:v>-0.06488592</c:v>
              </c:pt>
              <c:pt idx="505">
                <c:v>-0.06359993</c:v>
              </c:pt>
              <c:pt idx="506">
                <c:v>-0.04360254</c:v>
              </c:pt>
              <c:pt idx="507">
                <c:v>-0.04653904</c:v>
              </c:pt>
              <c:pt idx="508">
                <c:v>-0.08397814</c:v>
              </c:pt>
              <c:pt idx="509">
                <c:v>-0.07829986</c:v>
              </c:pt>
              <c:pt idx="510">
                <c:v>-0.08053671</c:v>
              </c:pt>
              <c:pt idx="511">
                <c:v>-0.09406601</c:v>
              </c:pt>
              <c:pt idx="512">
                <c:v>-0.09563607</c:v>
              </c:pt>
              <c:pt idx="513">
                <c:v>-0.11264957</c:v>
              </c:pt>
              <c:pt idx="514">
                <c:v>-0.11667183</c:v>
              </c:pt>
              <c:pt idx="515">
                <c:v>-0.05319893</c:v>
              </c:pt>
              <c:pt idx="516">
                <c:v>-0.03483033</c:v>
              </c:pt>
              <c:pt idx="517">
                <c:v>-0.02186048</c:v>
              </c:pt>
              <c:pt idx="518">
                <c:v>-0.01439685</c:v>
              </c:pt>
              <c:pt idx="519">
                <c:v>-0.01385713</c:v>
              </c:pt>
              <c:pt idx="520">
                <c:v>-0.00289505</c:v>
              </c:pt>
              <c:pt idx="521">
                <c:v>-0.00847523</c:v>
              </c:pt>
              <c:pt idx="522">
                <c:v>-0.01974039</c:v>
              </c:pt>
              <c:pt idx="523">
                <c:v>0</c:v>
              </c:pt>
              <c:pt idx="524">
                <c:v>0</c:v>
              </c:pt>
              <c:pt idx="525">
                <c:v>-0.01707813</c:v>
              </c:pt>
              <c:pt idx="526">
                <c:v>0</c:v>
              </c:pt>
              <c:pt idx="527">
                <c:v>-0.00498016</c:v>
              </c:pt>
              <c:pt idx="528">
                <c:v>-0.01105593</c:v>
              </c:pt>
              <c:pt idx="529">
                <c:v>-0.00685691</c:v>
              </c:pt>
              <c:pt idx="530">
                <c:v>0</c:v>
              </c:pt>
              <c:pt idx="531">
                <c:v>-0.01038346</c:v>
              </c:pt>
              <c:pt idx="532">
                <c:v>-0.00718688</c:v>
              </c:pt>
              <c:pt idx="533">
                <c:v>-0.01930512</c:v>
              </c:pt>
              <c:pt idx="534">
                <c:v>-0.05353885</c:v>
              </c:pt>
              <c:pt idx="535">
                <c:v>-0.03761677</c:v>
              </c:pt>
              <c:pt idx="536">
                <c:v>-0.02849926</c:v>
              </c:pt>
              <c:pt idx="537">
                <c:v>-0.04361848</c:v>
              </c:pt>
              <c:pt idx="538">
                <c:v>-0.00062329</c:v>
              </c:pt>
              <c:pt idx="539">
                <c:v>0</c:v>
              </c:pt>
              <c:pt idx="540">
                <c:v>-0.01646714</c:v>
              </c:pt>
              <c:pt idx="541">
                <c:v>0</c:v>
              </c:pt>
              <c:pt idx="542">
                <c:v>0</c:v>
              </c:pt>
              <c:pt idx="543">
                <c:v>-0.00729109</c:v>
              </c:pt>
              <c:pt idx="544">
                <c:v>0</c:v>
              </c:pt>
              <c:pt idx="545">
                <c:v>0</c:v>
              </c:pt>
              <c:pt idx="546">
                <c:v>-0.04682587</c:v>
              </c:pt>
              <c:pt idx="547">
                <c:v>-0.03558408</c:v>
              </c:pt>
              <c:pt idx="548">
                <c:v>-0.04047024</c:v>
              </c:pt>
              <c:pt idx="549">
                <c:v>-0.08405635</c:v>
              </c:pt>
              <c:pt idx="550">
                <c:v>-0.01090542</c:v>
              </c:pt>
              <c:pt idx="551">
                <c:v>-0.00750654</c:v>
              </c:pt>
              <c:pt idx="552">
                <c:v>-0.04337379</c:v>
              </c:pt>
              <c:pt idx="553">
                <c:v>-0.01021487</c:v>
              </c:pt>
              <c:pt idx="554">
                <c:v>-0.00504555</c:v>
              </c:pt>
              <c:pt idx="555">
                <c:v>-0.0089586</c:v>
              </c:pt>
              <c:pt idx="556">
                <c:v>-0.01035277</c:v>
              </c:pt>
              <c:pt idx="557">
                <c:v>-0.00135953</c:v>
              </c:pt>
              <c:pt idx="558">
                <c:v>-0.01038762</c:v>
              </c:pt>
              <c:pt idx="559">
                <c:v>-0.0112901</c:v>
              </c:pt>
              <c:pt idx="560">
                <c:v>-0.00643188</c:v>
              </c:pt>
              <c:pt idx="561">
                <c:v>-0.0048238</c:v>
              </c:pt>
              <c:pt idx="562">
                <c:v>-0.02728414</c:v>
              </c:pt>
              <c:pt idx="563">
                <c:v>-0.01412935</c:v>
              </c:pt>
              <c:pt idx="564">
                <c:v>-0.01379531</c:v>
              </c:pt>
              <c:pt idx="565">
                <c:v>-0.00572551</c:v>
              </c:pt>
              <c:pt idx="566">
                <c:v>-0.00592289</c:v>
              </c:pt>
              <c:pt idx="567">
                <c:v>-0.03571844</c:v>
              </c:pt>
              <c:pt idx="568">
                <c:v>-0.02829635</c:v>
              </c:pt>
              <c:pt idx="569">
                <c:v>-0.02687678</c:v>
              </c:pt>
              <c:pt idx="570">
                <c:v>-0.04173387</c:v>
              </c:pt>
              <c:pt idx="571">
                <c:v>-0.0402481</c:v>
              </c:pt>
              <c:pt idx="572">
                <c:v>-0.01300541</c:v>
              </c:pt>
              <c:pt idx="573">
                <c:v>-0.01964734</c:v>
              </c:pt>
              <c:pt idx="574">
                <c:v>-0.0304927</c:v>
              </c:pt>
              <c:pt idx="575">
                <c:v>-0.0300034</c:v>
              </c:pt>
              <c:pt idx="576">
                <c:v>-0.10035393</c:v>
              </c:pt>
              <c:pt idx="577">
                <c:v>-0.07472287</c:v>
              </c:pt>
              <c:pt idx="578">
                <c:v>-0.07739869</c:v>
              </c:pt>
              <c:pt idx="579">
                <c:v>-0.18755226</c:v>
              </c:pt>
              <c:pt idx="580">
                <c:v>-0.14156907</c:v>
              </c:pt>
              <c:pt idx="581">
                <c:v>-0.12625218</c:v>
              </c:pt>
              <c:pt idx="582">
                <c:v>-0.15907866</c:v>
              </c:pt>
              <c:pt idx="583">
                <c:v>-0.07786328</c:v>
              </c:pt>
              <c:pt idx="584">
                <c:v>-0.0855709</c:v>
              </c:pt>
              <c:pt idx="585">
                <c:v>-0.03822939</c:v>
              </c:pt>
              <c:pt idx="586">
                <c:v>-0.03443295</c:v>
              </c:pt>
              <c:pt idx="587">
                <c:v>-0.03551285</c:v>
              </c:pt>
              <c:pt idx="588">
                <c:v>-0.02305986</c:v>
              </c:pt>
              <c:pt idx="589">
                <c:v>-0.02463584</c:v>
              </c:pt>
              <c:pt idx="590">
                <c:v>-0.0150017</c:v>
              </c:pt>
              <c:pt idx="591">
                <c:v>-0.00799563</c:v>
              </c:pt>
              <c:pt idx="592">
                <c:v>-0.00588025</c:v>
              </c:pt>
              <c:pt idx="593">
                <c:v>-0.00255663</c:v>
              </c:pt>
              <c:pt idx="594">
                <c:v>-0.02414059</c:v>
              </c:pt>
              <c:pt idx="595">
                <c:v>-0.0067807</c:v>
              </c:pt>
              <c:pt idx="596">
                <c:v>-0.00761266</c:v>
              </c:pt>
              <c:pt idx="597">
                <c:v>-0.01457469</c:v>
              </c:pt>
              <c:pt idx="598">
                <c:v>0</c:v>
              </c:pt>
              <c:pt idx="599">
                <c:v>-0.00596364</c:v>
              </c:pt>
              <c:pt idx="600">
                <c:v>-0.01332979</c:v>
              </c:pt>
              <c:pt idx="601">
                <c:v>0</c:v>
              </c:pt>
              <c:pt idx="602">
                <c:v>-0.00544347</c:v>
              </c:pt>
              <c:pt idx="603">
                <c:v>-0.02984654</c:v>
              </c:pt>
              <c:pt idx="604">
                <c:v>-0.01616376</c:v>
              </c:pt>
              <c:pt idx="605">
                <c:v>-0.01179599</c:v>
              </c:pt>
              <c:pt idx="606">
                <c:v>-0.01852597</c:v>
              </c:pt>
              <c:pt idx="607">
                <c:v>-0.01767565</c:v>
              </c:pt>
              <c:pt idx="608">
                <c:v>-0.01427143</c:v>
              </c:pt>
              <c:pt idx="609">
                <c:v>-0.02484767</c:v>
              </c:pt>
              <c:pt idx="610">
                <c:v>-0.05071354</c:v>
              </c:pt>
              <c:pt idx="611">
                <c:v>-0.00581916</c:v>
              </c:pt>
              <c:pt idx="612">
                <c:v>-0.01035806</c:v>
              </c:pt>
              <c:pt idx="613">
                <c:v>-0.0257846</c:v>
              </c:pt>
              <c:pt idx="614">
                <c:v>-0.00336105</c:v>
              </c:pt>
              <c:pt idx="615">
                <c:v>0</c:v>
              </c:pt>
              <c:pt idx="616">
                <c:v>-0.01225413</c:v>
              </c:pt>
              <c:pt idx="617">
                <c:v>-0.00420044</c:v>
              </c:pt>
              <c:pt idx="618">
                <c:v>-0.00503482</c:v>
              </c:pt>
              <c:pt idx="619">
                <c:v>-0.02569408</c:v>
              </c:pt>
              <c:pt idx="620">
                <c:v>-0.00221418</c:v>
              </c:pt>
              <c:pt idx="621">
                <c:v>-0.00484549</c:v>
              </c:pt>
              <c:pt idx="622">
                <c:v>-0.02179745</c:v>
              </c:pt>
              <c:pt idx="623">
                <c:v>-0.01489598</c:v>
              </c:pt>
              <c:pt idx="624">
                <c:v>-0.02038842</c:v>
              </c:pt>
              <c:pt idx="625">
                <c:v>-0.06993374</c:v>
              </c:pt>
              <c:pt idx="626">
                <c:v>-0.08579313</c:v>
              </c:pt>
              <c:pt idx="627">
                <c:v>-0.08884968</c:v>
              </c:pt>
              <c:pt idx="628">
                <c:v>-0.00199974</c:v>
              </c:pt>
              <c:pt idx="629">
                <c:v>-0.00853354</c:v>
              </c:pt>
              <c:pt idx="630">
                <c:v>-0.00486599</c:v>
              </c:pt>
              <c:pt idx="631">
                <c:v>-0.00151495</c:v>
              </c:pt>
              <c:pt idx="632">
                <c:v>0</c:v>
              </c:pt>
              <c:pt idx="633">
                <c:v>-0.01930042</c:v>
              </c:pt>
              <c:pt idx="634">
                <c:v>-0.00326501</c:v>
              </c:pt>
              <c:pt idx="635">
                <c:v>-0.02899012</c:v>
              </c:pt>
              <c:pt idx="636">
                <c:v>-0.04494653</c:v>
              </c:pt>
              <c:pt idx="637">
                <c:v>-0.02193483</c:v>
              </c:pt>
              <c:pt idx="638">
                <c:v>-0.01431883</c:v>
              </c:pt>
              <c:pt idx="639">
                <c:v>-0.02049607</c:v>
              </c:pt>
              <c:pt idx="640">
                <c:v>-0.01347414</c:v>
              </c:pt>
              <c:pt idx="641">
                <c:v>-0.02565703</c:v>
              </c:pt>
              <c:pt idx="642">
                <c:v>-0.03716674</c:v>
              </c:pt>
              <c:pt idx="643">
                <c:v>0</c:v>
              </c:pt>
              <c:pt idx="644">
                <c:v>-0.00197971</c:v>
              </c:pt>
              <c:pt idx="645">
                <c:v>-0.01964317</c:v>
              </c:pt>
              <c:pt idx="646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c37e865264078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E4909-D815-41BB-82C9-D6D16545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7DA63-7FF0-4718-A246-262E86E4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PAPER TRADING WITH BUILT-IN RISK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A4446-661A-410E-A23E-4BB30A9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AI explains the trade. Code controls the money.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CC69E-0F73-4877-8197-464823A3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base portfolio holds the account. AI may research a small options trade; fixed code caps its loss and can still stop the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C7B92-F64E-43E0-BE8E-0C8B3AE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6e107b62f4ad6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4F876-5EF4-4DD6-8F26-4C8AF31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MODEL EXPLAINS  ·  RULES DECIDE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B48-1E53-4020-947A-510F7A01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Base portfolio  ·  capped-risk options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E3DFF-4DCF-4A37-AFE3-A4E9667D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4BCD5-5754-45D9-9732-6F73AE27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9EFFC-AD83-45F7-8038-AB53F97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EE5C1-B537-4EC9-952B-73B5622C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8A495-9243-4735-AA12-0956E2D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B862D-7BF5-4BFD-8461-3F150685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+$153.31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2B69A-20F5-433C-9AD2-56996A0D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FIRST PAPER SESSION VS SPY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A107C-C48D-4ACF-A12A-ACE1E2DE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4B9C1B-1974-4816-BAD1-07636F54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POSSIBLE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98271-0602-46A3-878E-FD6E740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A6327-173B-4BD4-8949-81EE2CB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7BFCE-C51D-4EE0-AB35-2F64E52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1594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6C93C-BEA6-4C4C-96DC-AC484C53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A9406-D68F-4107-ADF6-31813580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4756F-D4BA-4B3D-9DE8-56772158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5A1F4-1275-4CD1-AC79-BED0FA8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9FD9-F4B2-4173-8B9E-442D9A46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6EE5F-353F-4ECD-91F8-14FC8998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7FA92-00D3-425F-8E3A-1D39967B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E2E6E-B911-40FB-B72A-0590D2B4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8686-25CE-435C-83F4-41CC27E3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11398-0BFA-43F5-9A82-845CF2A0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9A568-3C38-45D0-B979-62495D0E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E7579-2F1B-4228-A463-E4924309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77583-849C-4416-B161-B372C484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F763A-0DFC-4F1A-9756-1F8C2224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1FD19-C2F2-4EC1-9CC6-7F8424E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9BA6-C89D-4136-8496-1016812B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BC939-0C2A-431A-853A-E9E0720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6FF4E-18E8-4AA1-A87B-4C4A8CF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8E1DA-F8DE-48A4-8228-A7D13963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3727C-2621-488F-BCE2-CF04CCD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A1EE8-2BE3-4B8C-9383-637EECFA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E8D9E7-E900-4227-8701-4CF6D8F7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8A2FD-00B3-408D-8D01-1F7730C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FB78C-9857-48D5-BF15-2F6207D3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311DD-6BE5-4AF3-A8A0-9400CE7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314FA-B99B-42B8-85DE-D90B917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95A7A-BA9B-401D-B464-B15515ED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75671-0487-4112-BD53-7DA34509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959F6-82A8-4968-BDFF-CEFE6C26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2A1F8-5D0C-404F-B9B6-DA31CADE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6956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FF1BD-BCC8-4C37-B3E3-CE91507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6C4B-9312-490E-A880-792A8352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AI explains the opportunity. Rules decide whether money can move.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9A7E8-A338-4188-A06E-55AADD26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f361541f14d46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9D7D5-DAC5-46EC-A3EB-446927F8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34D7E-217A-4B98-9C9D-C86C7046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5BADB-C2C9-4917-81AD-F2678205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Read market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394FF-A019-493A-8891-7DC966D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D9C21-B7A0-40B2-AC1B-201763E8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34B8B-254C-46C2-B52B-D10AE4A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RISK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C1363-19FB-4D4D-B347-8233119C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Set the loss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78443-A129-449F-A989-89D090F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5C0F5-574A-4DD9-958A-E0B31A46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E44AA-A622-42F4-AE2A-0DA05E33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FINAL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2F24F-19B6-4B13-8D65-88D5F773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89FF8-8F24-42C6-9369-DE1F438F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59322-F9E3-4489-B77D-656B48C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B9DFD2"/>
                </a:solidFill>
              </a:defRPr>
            </a:pPr>
            <a:r>
              <a:rPr sz="1725" b="1" i="0">
                <a:solidFill>
                  <a:srgbClr val="B9DFD2"/>
                </a:solidFill>
              </a:rPr>
              <a:t>The model may explain or veto. It cannot choose size or write the broker order.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47A68-86C1-4D85-8A21-217EDBAC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FF23F-E6A1-4318-910F-C24BB87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5586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01FD0-C3D6-405F-856B-7DEB933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8132-9857-41F2-8650-572CC8E0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419D9-12C3-4CE7-9AE0-CCC7CEAA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Finly's base portfolio holds roughly half in QQQ, a Nasdaq-100 fund, half in three trend-selected sectors, and 3% in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4DCA1-1C4C-4D21-B212-B9E145F2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547c99d562486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FCF0A-398D-4A07-AAEA-4D4A28D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EE45E-55C6-44E6-98B9-C1B87ED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9BDDC-ED9D-4052-98F2-EF3E5EA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DBE21-CE18-4FD0-9C66-2BAF4394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EDEA7-490B-43AD-9C71-D739F7B4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B54F1-F6AB-4011-A5B2-8EF63A00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cd5d21e5254e8e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49960-522F-4774-8CBF-7F903639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DECLINE FROM A PREVIOUS HIGH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20FC9-0BE2-4DC2-91AE-4F8958D5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73D92-92B1-4944-895B-DEB06AE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B05D-F5FA-4014-A206-4119AD65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6531E-D0DD-4ED1-B6F7-662F377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7387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FFCFDB-78D0-49B2-A419-A64944A7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SEPARATE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DC54A-9CA1-4208-95EF-6C7DEB53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on all 21 tested monthly update days.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127E0-F527-461C-BD14-0AA3C647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7879C-96F7-4978-BB95-9DF2FD02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829EE-EF84-4DEE-B5E5-68AACA18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071C7-DF31-439C-8D64-626F3AE2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516B3-12ED-485E-AED5-66ADE02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DFD0F-714D-4931-A25A-FC20CA55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0E840-250D-4C90-84D4-6F216C86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SEPARATE 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D7D22-62E9-44CA-9F00-FF0E6086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13C61-2673-45E4-AE27-B92B2303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A20F8-E8DF-4329-9794-D0670E48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290BB-4BC8-4ABB-B3F3-6EDF7E3B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63D3D-CDF9-44E5-B3A4-179A0A81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UPDATE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DF685-83E1-41EF-B63B-01C9C2C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5338B-E46A-4C39-81F9-5AAEEFB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9280A-0CFD-4EBC-82E3-6D8569C4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D5F1D-9F38-4ADB-9697-4EE95A28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A1D88-0F2F-4DB4-8F4D-81CA0F0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B1FDC-614A-4909-82B5-A10F3FC3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EE86A-5D65-4167-B4A4-64C84E9B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D942-0DAF-4715-90DF-72503BE1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09571-590A-4A55-9B66-0092F2B8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5EE17-6678-436D-B0D7-6E4FAEED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9B5A-D1CB-4CEC-9789-67861BD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D2FBA-E5BC-44D5-84EF-8289BF88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F171F-111D-452B-AF99-382CD14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F4E4F-1213-47BD-A4E8-43B1F997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251065-56B6-4A9C-A1BD-C1ADB5D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66139-DA3B-431B-869E-50E97F13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B2766-CA4A-4D1C-A949-CE72602D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4D51DD-ADB2-41EA-B0CA-B127BE33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E644A3-4B4E-47E7-916B-E1F1667A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37738D-0065-4922-9449-99B76441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AB91C-4AFD-497F-A720-1005D19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D74EB1-99AD-4D3D-BC4F-6785E9D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56646-BBB4-46BB-AD63-04E12350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MORE ANNUAL RETURN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DC5873-5489-49B3-B45D-30CA9BE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1D03CE-654C-4A2B-A769-DCE8BB1D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7496A-5119-4B83-9261-D2247FC8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BCC5A0-CFB5-4D73-81D4-F80AD7D0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4EF58F-E759-46D5-AB0D-D4D07E9D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CF9B82-10E4-4519-A133-9AE38EE8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A07B3-07F2-4427-99D1-D358FBB4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64011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3A682-DD62-40FE-9713-E04BBC58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ILLUSTRATIVE OPTIONS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64984-B4A6-4DF1-9C3B-80475023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Before Finly prepares an options order, it fixes the most the trade can lose.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46da7f97d24f7f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3ACC7-C500-4B8D-8C76-A3DDEA3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63292-8AF9-40A8-B60F-062A13E9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0A23A-0F24-4E66-A317-B4F97E30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779EF-B446-4599-9876-475CD942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1F274-350A-48CB-81F1-E1D7E2CB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ILLUSTRATIVE TWO-OPTION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A2CF9-4D2B-488B-BDC8-7BB32D8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falling-price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F766A-1600-4ED4-B672-46849A3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50FBE-7322-44D0-B79A-888C225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0A698-ED9B-4757-8912-438D892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FEBFB-4DEB-433C-80EE-11F7F16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C578D-5378-4445-8F4E-FFC16F78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6D8808-E456-413B-B271-E40A036F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2803F-B473-4D68-B731-B9F0F2CE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5CFF6-E533-42E7-8376-B6B716E7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Simulated plan · no broker order or 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39013-003A-47C1-BDD9-486D2A41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98E25-D774-497B-8221-0DA1C3D7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5235A-BAD5-4AB3-B9C3-1293E68E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CDC35-287D-4D96-8BA1-FA44DD19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F8F7A-2B32-4AF7-9851-7E2FDFD6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8D74E-8FC4-4139-9440-6F286CF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REMOVED ONE AT A TIME · SAME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F0A07-0E64-400E-BC33-5418FB7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8FD8E-8FDB-4F40-8AC5-CBF2679C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STILL VALID AFTER SMALL CHANGES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C6548-4602-451F-913A-17E52C4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C0B2B-5683-4FA3-AD8C-9555DF65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52798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635A36-7979-448E-8A7A-9893959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/ FIRST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FD7A1-6C72-4801-AB60-6104DDE6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paper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CBFA4-8969-48A2-A06B-BA9A1BC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1056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6F82-0076-4932-9A90-38B0311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0360D-76C2-4D81-AD99-A77709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9:30 A.M.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402B6-1798-434F-B4A3-A6BF9F98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0B2942"/>
                </a:solidFill>
              </a:defRPr>
            </a:pPr>
            <a:r>
              <a:rPr sz="2550" b="1" i="0">
                <a:solidFill>
                  <a:srgbClr val="0B2942"/>
                </a:solidFill>
              </a:rPr>
              <a:t>$100,000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7E47B-ABA5-4593-80D1-F7999E5A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1945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34C8C-3415-48AB-A8B3-54017BFD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4:00 P.M.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8A2E-5390-4ED8-914B-DBB770FB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47FC-DB3F-46CE-9266-9BB18308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228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$100,095.32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0698-EED4-4455-BE03-E30FF67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5A647-6944-4C4C-8A59-A90A262D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909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$99,942.01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00D9E-DC0B-4153-8285-CCB10E3D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465CA-0E42-4F82-9B77-34132F0B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15 fill events built the four-fund base portfolio · no options position was 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4D4804-2535-4EFF-8AA7-FF9466A6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B12EB-4993-49D2-860D-28C8CEF5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start, one close, one fair comparison.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A087F-A443-40F7-B637-5ED83DD2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The base portfolio produced this measured account result. The AI-assisted options demo is separate.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AE9B6-B67A-4571-89BE-7721AB05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8D375-62EA-49D2-8EAB-967BA76C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F6EE3-6298-4018-BE9B-FA934EE8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virtual-money account profit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16282-8FA4-4FC1-863E-99D59C8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D736E-B311-413C-8740-BA461519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408AB-B4F8-41FA-8AB5-BC1919CF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F12AA5-5086-412B-93E7-318FAEDB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57D9C8-8A7B-4026-B5F0-FDA0E1D6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4C797-F8D6-4322-A1EC-7C12CB4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C52EB-861D-45F2-AE32-18EDE879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E1FAC-0FE3-4221-ADBB-991AA4A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start · same 4:00 p.m. price · no deposits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600A2-F754-4285-AD35-182AF3BD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D802F0-D91F-4846-9C5A-5A5B8F0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0517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05E01-82AF-40DF-967A-A7FA2DF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HAPPENS WHEN A CHECK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F2E86-F000-44B7-B39F-E39174D0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stops the trade—and records why.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7601E-F01B-475E-A5C1-E2AA6E62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893e3f9474936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CCA12-C6EB-4F3A-A8C3-D143E9C4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5F19B-0E9D-4F75-A7E0-DF8E75EA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F6456-3A1F-4E8A-9D07-D0E8E3AE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20026-B2E2-4D57-B8D8-7FF78AB8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04B1A-68C8-4F8E-83BF-A05DAB88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C1141-E228-48FE-9F00-270A3707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687C8-CD2F-44A0-A157-E455E017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F75C3-692D-4D2D-920F-6B496B47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C97EA-076E-4149-86F1-ED0DE28A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EF62F-BCD9-4EE1-8BCC-D154D1F5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E44FA-3A33-4BAB-A58A-CA4DA14C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5CC20-60BD-4499-9605-7638AC8B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10888-ACD4-4BDA-BD15-599CD6D0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A46F1-F030-4B17-A9FC-FCC421C5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FEEFA-697F-4FB6-B846-3A614BA6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automated 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37687-A900-4FDF-8F8F-CF59673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807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F24B6D-E5BC-4DBB-BC72-480AB619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1948C2-D223-42AC-9EE9-ECE62BAB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Conflicting evidence → no trade → $0 new options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4A579-F9FC-4E5A-95D4-88DA1938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9E22D-D2AA-497A-A26B-AA11469B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38697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A346F-DCCF-45F9-9F18-51FC813B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OPEN FINLY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3BE30-4CA5-4FDB-A6F6-E055B0B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Watch the account. Try the decision. Inspect the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F67CF-D51E-4761-92CB-2207F3E6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Start with the short demo, then trace any result back to its source.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1E1DF-515D-482D-9500-EA460A92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14317740e459a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0DE87-80F1-49CE-ADFD-3630000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fc9c8a159c134da5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91C67-65AD-4AFA-B4F1-6AC33052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88248-24DD-4088-BA53-B25AB5A3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F7E8D-4E2E-41B1-BA4D-FFD874FD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The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2A09D-42E5-4B7E-B580-FDD71A3B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CCDC1-ABC6-48D0-AE62-B159AABB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AE045-4F95-4C6D-A11D-32407E0B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F4141-B8BC-4D38-8ECD-7B1916D4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An approval and a refusal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9E3A7-5B08-47FA-B7EF-24957C59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AB46-BAAB-42E0-999C-E9CC446B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5492-68B5-4401-8AD3-148586A9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ABA7B-5649-4C8B-B8D4-EF5E35B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Equations, tests, receipts, and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FC2B35-7F27-4AF1-A60A-237AD9C0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5A5A6-F269-483E-AA2F-534440B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First-session proof · 80 years of history · 809 automated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76024-4CDB-4B9A-8F4C-43FED71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39b3442ed2164de2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9A8B3-90DA-4D89-AB63-05926509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755F3-CF3A-4764-8765-EA29F78D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EECDA-4726-4726-9746-93C1586F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28057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2026-09-01T04:10:30.6240000Z</dcterms:created>
  <dcterms:modified xsi:type="dcterms:W3CDTF">2026-09-01T04:10:30.6240000Z</dcterms:modified>
</coreProperties>
</file>