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49358351a54798" /><Relationship Type="http://schemas.openxmlformats.org/officeDocument/2006/relationships/extended-properties" Target="/docProps/app.xml" Id="R5c811b50e8be497a" /><Relationship Type="http://schemas.openxmlformats.org/officeDocument/2006/relationships/officeDocument" Target="/ppt/presentation.xml" Id="R802634e4f9bc4d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7fff05e14240c7"/>
  </p:sldMasterIdLst>
  <p:notesMasterIdLst>
    <p:notesMasterId xmlns:r="http://schemas.openxmlformats.org/officeDocument/2006/relationships" r:id="R5ed72c1e437545fd"/>
  </p:notesMasterIdLst>
  <p:sldIdLst>
    <p:sldId xmlns:r="http://schemas.openxmlformats.org/officeDocument/2006/relationships" id="256" r:id="R6dffc87ba0024914"/>
    <p:sldId xmlns:r="http://schemas.openxmlformats.org/officeDocument/2006/relationships" id="257" r:id="Re4d275001c684163"/>
    <p:sldId xmlns:r="http://schemas.openxmlformats.org/officeDocument/2006/relationships" id="258" r:id="R87bdb07b5ce6434d"/>
    <p:sldId xmlns:r="http://schemas.openxmlformats.org/officeDocument/2006/relationships" id="259" r:id="Rc3862a69f9b14070"/>
    <p:sldId xmlns:r="http://schemas.openxmlformats.org/officeDocument/2006/relationships" id="260" r:id="R28cc5034260a426f"/>
    <p:sldId xmlns:r="http://schemas.openxmlformats.org/officeDocument/2006/relationships" id="261" r:id="Rbd9db375b464404c"/>
    <p:sldId xmlns:r="http://schemas.openxmlformats.org/officeDocument/2006/relationships" id="262" r:id="R5dd8a24f9aba4a90"/>
    <p:sldId xmlns:r="http://schemas.openxmlformats.org/officeDocument/2006/relationships" id="263" r:id="Rfbcc2a7c1bb0469b"/>
    <p:sldId xmlns:r="http://schemas.openxmlformats.org/officeDocument/2006/relationships" id="264" r:id="R1b8a7783484b461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31859373cc476d" /><Relationship Type="http://schemas.openxmlformats.org/officeDocument/2006/relationships/slideMaster" Target="/ppt/slideMasters/slideMaster1.xml" Id="R717fff05e14240c7" /><Relationship Type="http://schemas.openxmlformats.org/officeDocument/2006/relationships/notesMaster" Target="/ppt/notesMasters/notesMaster1.xml" Id="R5ed72c1e437545fd" /><Relationship Type="http://schemas.openxmlformats.org/officeDocument/2006/relationships/presProps" Target="/ppt/presProps.xml" Id="R76d99a78790a45cd" /><Relationship Type="http://schemas.openxmlformats.org/officeDocument/2006/relationships/tableStyles" Target="/ppt/tableStyles.xml" Id="R27d49e5c141f4aab" /><Relationship Type="http://schemas.openxmlformats.org/officeDocument/2006/relationships/slide" Target="/ppt/slides/slide1.xml" Id="R6dffc87ba0024914" /><Relationship Type="http://schemas.openxmlformats.org/officeDocument/2006/relationships/slide" Target="/ppt/slides/slide2.xml" Id="Re4d275001c684163" /><Relationship Type="http://schemas.openxmlformats.org/officeDocument/2006/relationships/slide" Target="/ppt/slides/slide3.xml" Id="R87bdb07b5ce6434d" /><Relationship Type="http://schemas.openxmlformats.org/officeDocument/2006/relationships/slide" Target="/ppt/slides/slide4.xml" Id="Rc3862a69f9b14070" /><Relationship Type="http://schemas.openxmlformats.org/officeDocument/2006/relationships/slide" Target="/ppt/slides/slide5.xml" Id="R28cc5034260a426f" /><Relationship Type="http://schemas.openxmlformats.org/officeDocument/2006/relationships/slide" Target="/ppt/slides/slide6.xml" Id="Rbd9db375b464404c" /><Relationship Type="http://schemas.openxmlformats.org/officeDocument/2006/relationships/slide" Target="/ppt/slides/slide7.xml" Id="R5dd8a24f9aba4a90" /><Relationship Type="http://schemas.openxmlformats.org/officeDocument/2006/relationships/slide" Target="/ppt/slides/slide8.xml" Id="Rfbcc2a7c1bb0469b" /><Relationship Type="http://schemas.openxmlformats.org/officeDocument/2006/relationships/slide" Target="/ppt/slides/slide9.xml" Id="R1b8a7783484b46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e34e9edab24a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190e1d16d443df" /><Relationship Type="http://schemas.openxmlformats.org/officeDocument/2006/relationships/notesMaster" Target="/ppt/notesMasters/notesMaster1.xml" Id="R20e393b984d84e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d407d22e644507" /><Relationship Type="http://schemas.openxmlformats.org/officeDocument/2006/relationships/notesMaster" Target="/ppt/notesMasters/notesMaster1.xml" Id="R391e295a34d546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6ce58531d64470" /><Relationship Type="http://schemas.openxmlformats.org/officeDocument/2006/relationships/notesMaster" Target="/ppt/notesMasters/notesMaster1.xml" Id="Rf0789e006e4741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0e4921ed194afa" /><Relationship Type="http://schemas.openxmlformats.org/officeDocument/2006/relationships/notesMaster" Target="/ppt/notesMasters/notesMaster1.xml" Id="R9e273ed15ef747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26d24e9f68423e" /><Relationship Type="http://schemas.openxmlformats.org/officeDocument/2006/relationships/notesMaster" Target="/ppt/notesMasters/notesMaster1.xml" Id="R9f17ebe35c964f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894624de644d68" /><Relationship Type="http://schemas.openxmlformats.org/officeDocument/2006/relationships/notesMaster" Target="/ppt/notesMasters/notesMaster1.xml" Id="Rd1793176b4a540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48cb25d618428b" /><Relationship Type="http://schemas.openxmlformats.org/officeDocument/2006/relationships/notesMaster" Target="/ppt/notesMasters/notesMaster1.xml" Id="R911b10bf67ba47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3f49f02fc444de" /><Relationship Type="http://schemas.openxmlformats.org/officeDocument/2006/relationships/notesMaster" Target="/ppt/notesMasters/notesMaster1.xml" Id="R638d168b947d4ff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927e2a5f734717" /><Relationship Type="http://schemas.openxmlformats.org/officeDocument/2006/relationships/notesMaster" Target="/ppt/notesMasters/notesMaster1.xml" Id="R4c094142d4d548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Sanitized paper account: https://owlsowo.github.io/finly-bot/data/competition_live.json</a:t>
            </a:r>
          </a:p>
          <a:p xmlns:a="http://schemas.openxmlformats.org/drawingml/2006/main">
            <a:r>
              <a:t>- The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Decision trace: https://owlsowo.github.io/finly-bot/data/llama_decision_trace.json</a:t>
            </a:r>
          </a:p>
          <a:p xmlns:a="http://schemas.openxmlformats.org/drawingml/2006/main">
            <a:r>
              <a:t>- Positive decision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Interactive product: https://owlsowo.github.io/finly-bot/#demo</a:t>
            </a:r>
          </a:p>
          <a:p xmlns:a="http://schemas.openxmlformats.org/drawingml/2006/main">
            <a:r>
              <a:t>- Model trace: https://owlsowo.github.io/finly-bot/data/llama_decision_trace.json</a:t>
            </a:r>
          </a:p>
          <a:p xmlns:a="http://schemas.openxmlformats.org/drawingml/2006/main">
            <a:r>
              <a:t>- Compiled order receipt: https://owlsowo.github.io/finly-bot/data/latest_receipt.json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wealth and drawdown series: https://owlsowo.github.io/finly-bot/data/g4_wealth_drawdown.json</a:t>
            </a:r>
          </a:p>
          <a:p xmlns:a="http://schemas.openxmlformats.org/drawingml/2006/main">
            <a:r>
              <a:t>- Quantitative claim boundary: https://owlsowo.github.io/finly-bot/data/quantitative_release_gate.json</a:t>
            </a:r>
          </a:p>
          <a:p xmlns:a="http://schemas.openxmlformats.org/drawingml/2006/main">
            <a:r>
              <a:t>- Historical simulation with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External-era evidence: https://owlsowo.github.io/finly-bot/data/attempt150_public_evidence.json</a:t>
            </a:r>
          </a:p>
          <a:p xmlns:a="http://schemas.openxmlformats.org/drawingml/2006/main">
            <a:r>
              <a:t>- Kenneth French 10 Industry Portfolios: https://mba.tuck.dartmouth.edu/pages/faculty/ken.french/ftp/10_Industry_Portfolios_daily_CSV.zip</a:t>
            </a:r>
          </a:p>
          <a:p xmlns:a="http://schemas.openxmlformats.org/drawingml/2006/main">
            <a:r>
              <a:t>- Evidence record: 21218 observations, 21/21 positive anchors.</a:t>
            </a:r>
          </a:p>
          <a:p xmlns:a="http://schemas.openxmlformats.org/drawingml/2006/main">
            <a:r>
              <a:t>- Industry-proxy historical stress test; separate from live broker performance.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Positive options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Receipt: SPY260911P00560000 / SPY260911P00550000, $3.66 debit.</a:t>
            </a:r>
          </a:p>
          <a:p xmlns:a="http://schemas.openxmlformats.org/drawingml/2006/main">
            <a:r>
              <a:t>- The checked options fixture is synthetic paper-trading evidence, not realized options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live dashboard: https://owlsowo.github.io/finly-bot/#live</a:t>
            </a:r>
          </a:p>
          <a:p xmlns:a="http://schemas.openxmlformats.org/drawingml/2006/main">
            <a:r>
              <a:t>- Human-frozen competition protocol: https://github.com/owlsowo/finly-bot/blob/main/config/g4-official-production.json</a:t>
            </a:r>
          </a:p>
          <a:p xmlns:a="http://schemas.openxmlformats.org/drawingml/2006/main">
            <a:r>
              <a:t>- Forward-score contract: https://github.com/owlsowo/finly-bot/blob/main/config/competition-forward-profit.json</a:t>
            </a:r>
          </a:p>
          <a:p xmlns:a="http://schemas.openxmlformats.org/drawingml/2006/main">
            <a:r>
              <a:t>- First-close measurement: https://owlsowo.github.io/finly-bot/data/competition_forward_profit_2026_08_31.json</a:t>
            </a:r>
          </a:p>
          <a:p xmlns:a="http://schemas.openxmlformats.org/drawingml/2006/main">
            <a:r>
              <a:t>- Verified starting equity: $100,000; per-trade risk ceiling: $500.</a:t>
            </a:r>
          </a:p>
          <a:p xmlns:a="http://schemas.openxmlformats.org/drawingml/2006/main">
            <a:r>
              <a:t>- Exact first-close result: Finly +$95.32, SPY -$57.99, excess +$153.31.</a:t>
            </a:r>
          </a:p>
          <a:p xmlns:a="http://schemas.openxmlformats.org/drawingml/2006/main">
            <a:r>
              <a:t>- Screenshot is project-owned and records the public paper-account dashboard.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Cloud runner: https://github.com/owlsowo/finly-bot/blob/main/docs/CLOUD_RUNNER.md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Verified automated run: https://github.com/owlsowo/finly-bot/actions/runs/33369848292</a:t>
            </a:r>
          </a:p>
          <a:p xmlns:a="http://schemas.openxmlformats.org/drawingml/2006/main">
            <a:r>
              <a:t>- Public repository: https://github.com/owlsowo/finly-bot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QR encodes the live product URL and was generated by quickchart.io.</a:t>
            </a:r>
          </a:p>
          <a:p xmlns:a="http://schemas.openxmlformats.org/drawingml/2006/main">
            <a:r>
              <a:t>- Historical simulations and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ada328b5d34f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1cc89c56c5452c" /><Relationship Type="http://schemas.openxmlformats.org/officeDocument/2006/relationships/slideLayout" Target="/ppt/slideLayouts/slideLayout1.xml" Id="R78ca42f8d68c41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ca42f8d68c41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1fd7b12494666" /><Relationship Type="http://schemas.openxmlformats.org/officeDocument/2006/relationships/image" Target="/ppt/media/image.png" Id="Rc9aedf3502e44335" /><Relationship Type="http://schemas.openxmlformats.org/officeDocument/2006/relationships/image" Target="/ppt/media/image2.png" Id="R0262f3dee69c48d6" /><Relationship Type="http://schemas.openxmlformats.org/officeDocument/2006/relationships/notesSlide" Target="/ppt/notesSlides/notesSlide1.xml" Id="R840e3dea100d48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44dc8408d44f0a" /><Relationship Type="http://schemas.openxmlformats.org/officeDocument/2006/relationships/notesSlide" Target="/ppt/notesSlides/notesSlide2.xml" Id="R731aefafe5af4c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fb00d02154b0c" /><Relationship Type="http://schemas.openxmlformats.org/officeDocument/2006/relationships/image" Target="/ppt/media/image.jpeg" Id="R138460ac4b494bd3" /><Relationship Type="http://schemas.openxmlformats.org/officeDocument/2006/relationships/notesSlide" Target="/ppt/notesSlides/notesSlide3.xml" Id="Rfeb199561faa4d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7634584614496" /><Relationship Type="http://schemas.openxmlformats.org/officeDocument/2006/relationships/chart" Target="/ppt/slides/charts/chart1.xml" Id="R36741bb618e64cca" /><Relationship Type="http://schemas.openxmlformats.org/officeDocument/2006/relationships/chart" Target="/ppt/slides/charts/chart2.xml" Id="Rf4975e14a0234796" /><Relationship Type="http://schemas.openxmlformats.org/officeDocument/2006/relationships/notesSlide" Target="/ppt/notesSlides/notesSlide4.xml" Id="Raa97e52c9cda47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5f02ee0e8444e" /><Relationship Type="http://schemas.openxmlformats.org/officeDocument/2006/relationships/notesSlide" Target="/ppt/notesSlides/notesSlide5.xml" Id="R245d85ba5f774e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7e30345a2486b" /><Relationship Type="http://schemas.openxmlformats.org/officeDocument/2006/relationships/chart" Target="/ppt/slides/charts/chart3.xml" Id="Rab8b7796ba234f13" /><Relationship Type="http://schemas.openxmlformats.org/officeDocument/2006/relationships/notesSlide" Target="/ppt/notesSlides/notesSlide6.xml" Id="Re2bfe1eaacad44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a8542833b742f1" /><Relationship Type="http://schemas.openxmlformats.org/officeDocument/2006/relationships/image" Target="/ppt/media/image2.jpeg" Id="Ra9951b6d40014d41" /><Relationship Type="http://schemas.openxmlformats.org/officeDocument/2006/relationships/notesSlide" Target="/ppt/notesSlides/notesSlide7.xml" Id="R984c547f17aa42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15064e0674b88" /><Relationship Type="http://schemas.openxmlformats.org/officeDocument/2006/relationships/image" Target="/ppt/media/image3.jpeg" Id="R7c592ab5d9694bed" /><Relationship Type="http://schemas.openxmlformats.org/officeDocument/2006/relationships/notesSlide" Target="/ppt/notesSlides/notesSlide8.xml" Id="R1378c0005a4642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d3a521cb948ca" /><Relationship Type="http://schemas.openxmlformats.org/officeDocument/2006/relationships/image" Target="/ppt/media/image3.png" Id="Rbda7f1c24e0e42dc" /><Relationship Type="http://schemas.openxmlformats.org/officeDocument/2006/relationships/hyperlink" Target="https://owlsowo.github.io/finly-bot/" TargetMode="External" Id="Rb214e84fd73d4c95" /><Relationship Type="http://schemas.openxmlformats.org/officeDocument/2006/relationships/hyperlink" Target="https://owlsowo.github.io/finly-bot/" TargetMode="External" Id="R3d0c745912924324" /><Relationship Type="http://schemas.openxmlformats.org/officeDocument/2006/relationships/notesSlide" Target="/ppt/notesSlides/notesSlide9.xml" Id="R7ac6e783f5874ec6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 G4</c:v>
          </c:tx>
          <c:spPr>
            <a:ln xmlns:a="http://schemas.openxmlformats.org/drawingml/2006/main" w="3810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10288</c:v>
              </c:pt>
              <c:pt idx="1">
                <c:v>10739</c:v>
              </c:pt>
              <c:pt idx="2">
                <c:v>11526</c:v>
              </c:pt>
              <c:pt idx="3">
                <c:v>11889</c:v>
              </c:pt>
              <c:pt idx="4">
                <c:v>12514</c:v>
              </c:pt>
              <c:pt idx="5">
                <c:v>13355</c:v>
              </c:pt>
              <c:pt idx="6">
                <c:v>13659</c:v>
              </c:pt>
              <c:pt idx="7">
                <c:v>13830</c:v>
              </c:pt>
              <c:pt idx="8">
                <c:v>14211</c:v>
              </c:pt>
              <c:pt idx="9">
                <c:v>13885</c:v>
              </c:pt>
              <c:pt idx="10">
                <c:v>15896</c:v>
              </c:pt>
              <c:pt idx="11">
                <c:v>15917</c:v>
              </c:pt>
              <c:pt idx="12">
                <c:v>16845</c:v>
              </c:pt>
              <c:pt idx="13">
                <c:v>17137</c:v>
              </c:pt>
              <c:pt idx="14">
                <c:v>16353</c:v>
              </c:pt>
              <c:pt idx="15">
                <c:v>17109</c:v>
              </c:pt>
              <c:pt idx="16">
                <c:v>16170</c:v>
              </c:pt>
              <c:pt idx="17">
                <c:v>16498</c:v>
              </c:pt>
              <c:pt idx="18">
                <c:v>17744</c:v>
              </c:pt>
              <c:pt idx="19">
                <c:v>17769</c:v>
              </c:pt>
              <c:pt idx="20">
                <c:v>18234</c:v>
              </c:pt>
              <c:pt idx="21">
                <c:v>19148</c:v>
              </c:pt>
              <c:pt idx="22">
                <c:v>19699</c:v>
              </c:pt>
              <c:pt idx="23">
                <c:v>20198</c:v>
              </c:pt>
              <c:pt idx="24">
                <c:v>20790</c:v>
              </c:pt>
              <c:pt idx="25">
                <c:v>22268</c:v>
              </c:pt>
              <c:pt idx="26">
                <c:v>22817</c:v>
              </c:pt>
              <c:pt idx="27">
                <c:v>23411</c:v>
              </c:pt>
              <c:pt idx="28">
                <c:v>24609</c:v>
              </c:pt>
              <c:pt idx="29">
                <c:v>24698</c:v>
              </c:pt>
              <c:pt idx="30">
                <c:v>21265</c:v>
              </c:pt>
              <c:pt idx="31">
                <c:v>23784</c:v>
              </c:pt>
              <c:pt idx="32">
                <c:v>24688</c:v>
              </c:pt>
              <c:pt idx="33">
                <c:v>26502</c:v>
              </c:pt>
              <c:pt idx="34">
                <c:v>26158</c:v>
              </c:pt>
              <c:pt idx="35">
                <c:v>28309</c:v>
              </c:pt>
              <c:pt idx="36">
                <c:v>27807</c:v>
              </c:pt>
              <c:pt idx="37">
                <c:v>28920</c:v>
              </c:pt>
              <c:pt idx="38">
                <c:v>32733</c:v>
              </c:pt>
              <c:pt idx="39">
                <c:v>33901</c:v>
              </c:pt>
              <c:pt idx="40">
                <c:v>36522</c:v>
              </c:pt>
              <c:pt idx="41">
                <c:v>38925</c:v>
              </c:pt>
              <c:pt idx="42">
                <c:v>40816</c:v>
              </c:pt>
              <c:pt idx="43">
                <c:v>41474</c:v>
              </c:pt>
              <c:pt idx="44">
                <c:v>43575</c:v>
              </c:pt>
              <c:pt idx="45">
                <c:v>47241</c:v>
              </c:pt>
              <c:pt idx="46">
                <c:v>45003</c:v>
              </c:pt>
              <c:pt idx="47">
                <c:v>44079</c:v>
              </c:pt>
              <c:pt idx="48">
                <c:v>41770</c:v>
              </c:pt>
              <c:pt idx="49">
                <c:v>41642</c:v>
              </c:pt>
              <c:pt idx="50">
                <c:v>44593</c:v>
              </c:pt>
              <c:pt idx="51">
                <c:v>45887</c:v>
              </c:pt>
              <c:pt idx="52">
                <c:v>47153</c:v>
              </c:pt>
              <c:pt idx="53">
                <c:v>52437</c:v>
              </c:pt>
              <c:pt idx="54">
                <c:v>51363</c:v>
              </c:pt>
              <c:pt idx="55">
                <c:v>54161</c:v>
              </c:pt>
              <c:pt idx="56">
                <c:v>59507</c:v>
              </c:pt>
              <c:pt idx="57">
                <c:v>59856</c:v>
              </c:pt>
              <c:pt idx="58">
                <c:v>67431</c:v>
              </c:pt>
              <c:pt idx="59">
                <c:v>69737</c:v>
              </c:pt>
              <c:pt idx="60">
                <c:v>74965</c:v>
              </c:pt>
              <c:pt idx="61">
                <c:v>76998</c:v>
              </c:pt>
              <c:pt idx="62">
                <c:v>70629</c:v>
              </c:pt>
              <c:pt idx="63">
                <c:v>79543</c:v>
              </c:pt>
              <c:pt idx="64">
                <c:v>84910</c:v>
              </c:pt>
              <c:pt idx="65">
                <c:v>86155</c:v>
              </c:pt>
              <c:pt idx="66">
                <c:v>89189</c:v>
              </c:pt>
              <c:pt idx="67">
                <c:v>96162</c:v>
              </c:pt>
              <c:pt idx="68">
                <c:v>103465</c:v>
              </c:pt>
              <c:pt idx="69">
                <c:v>106711</c:v>
              </c:pt>
            </c:numLit>
          </c:val>
        </c:ser>
        <c:ser>
          <c:idx val="1"/>
          <c:order val="1"/>
          <c:tx>
            <c:v>SPY</c:v>
          </c:tx>
          <c:spPr>
            <a:ln xmlns:a="http://schemas.openxmlformats.org/drawingml/2006/main" w="28575">
              <a:solidFill>
                <a:srgbClr val="0B2942"/>
              </a:solidFill>
              <a:prstDash val="dash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10246</c:v>
              </c:pt>
              <c:pt idx="1">
                <c:v>10980</c:v>
              </c:pt>
              <c:pt idx="2">
                <c:v>11718</c:v>
              </c:pt>
              <c:pt idx="3">
                <c:v>11984</c:v>
              </c:pt>
              <c:pt idx="4">
                <c:v>12330</c:v>
              </c:pt>
              <c:pt idx="5">
                <c:v>13156</c:v>
              </c:pt>
              <c:pt idx="6">
                <c:v>13253</c:v>
              </c:pt>
              <c:pt idx="7">
                <c:v>13683</c:v>
              </c:pt>
              <c:pt idx="8">
                <c:v>13869</c:v>
              </c:pt>
              <c:pt idx="9">
                <c:v>13528</c:v>
              </c:pt>
              <c:pt idx="10">
                <c:v>15209</c:v>
              </c:pt>
              <c:pt idx="11">
                <c:v>14922</c:v>
              </c:pt>
              <c:pt idx="12">
                <c:v>15648</c:v>
              </c:pt>
              <c:pt idx="13">
                <c:v>15451</c:v>
              </c:pt>
              <c:pt idx="14">
                <c:v>14825</c:v>
              </c:pt>
              <c:pt idx="15">
                <c:v>15343</c:v>
              </c:pt>
              <c:pt idx="16">
                <c:v>14775</c:v>
              </c:pt>
              <c:pt idx="17">
                <c:v>15339</c:v>
              </c:pt>
              <c:pt idx="18">
                <c:v>16337</c:v>
              </c:pt>
              <c:pt idx="19">
                <c:v>16347</c:v>
              </c:pt>
              <c:pt idx="20">
                <c:v>17223</c:v>
              </c:pt>
              <c:pt idx="21">
                <c:v>18083</c:v>
              </c:pt>
              <c:pt idx="22">
                <c:v>18343</c:v>
              </c:pt>
              <c:pt idx="23">
                <c:v>18979</c:v>
              </c:pt>
              <c:pt idx="24">
                <c:v>19626</c:v>
              </c:pt>
              <c:pt idx="25">
                <c:v>20799</c:v>
              </c:pt>
              <c:pt idx="26">
                <c:v>20867</c:v>
              </c:pt>
              <c:pt idx="27">
                <c:v>21254</c:v>
              </c:pt>
              <c:pt idx="28">
                <c:v>22213</c:v>
              </c:pt>
              <c:pt idx="29">
                <c:v>22740</c:v>
              </c:pt>
              <c:pt idx="30">
                <c:v>20062</c:v>
              </c:pt>
              <c:pt idx="31">
                <c:v>22160</c:v>
              </c:pt>
              <c:pt idx="32">
                <c:v>22292</c:v>
              </c:pt>
              <c:pt idx="33">
                <c:v>24042</c:v>
              </c:pt>
              <c:pt idx="34">
                <c:v>23270</c:v>
              </c:pt>
              <c:pt idx="35">
                <c:v>25425</c:v>
              </c:pt>
              <c:pt idx="36">
                <c:v>23955</c:v>
              </c:pt>
              <c:pt idx="37">
                <c:v>23686</c:v>
              </c:pt>
              <c:pt idx="38">
                <c:v>26439</c:v>
              </c:pt>
              <c:pt idx="39">
                <c:v>27352</c:v>
              </c:pt>
              <c:pt idx="40">
                <c:v>29953</c:v>
              </c:pt>
              <c:pt idx="41">
                <c:v>32134</c:v>
              </c:pt>
              <c:pt idx="42">
                <c:v>34486</c:v>
              </c:pt>
              <c:pt idx="43">
                <c:v>35086</c:v>
              </c:pt>
              <c:pt idx="44">
                <c:v>35923</c:v>
              </c:pt>
              <c:pt idx="45">
                <c:v>38888</c:v>
              </c:pt>
              <c:pt idx="46">
                <c:v>36092</c:v>
              </c:pt>
              <c:pt idx="47">
                <c:v>34716</c:v>
              </c:pt>
              <c:pt idx="48">
                <c:v>32249</c:v>
              </c:pt>
              <c:pt idx="49">
                <c:v>30631</c:v>
              </c:pt>
              <c:pt idx="50">
                <c:v>33113</c:v>
              </c:pt>
              <c:pt idx="51">
                <c:v>34399</c:v>
              </c:pt>
              <c:pt idx="52">
                <c:v>34834</c:v>
              </c:pt>
              <c:pt idx="53">
                <c:v>38235</c:v>
              </c:pt>
              <c:pt idx="54">
                <c:v>36914</c:v>
              </c:pt>
              <c:pt idx="55">
                <c:v>38995</c:v>
              </c:pt>
              <c:pt idx="56">
                <c:v>42832</c:v>
              </c:pt>
              <c:pt idx="57">
                <c:v>43178</c:v>
              </c:pt>
              <c:pt idx="58">
                <c:v>48323</c:v>
              </c:pt>
              <c:pt idx="59">
                <c:v>49309</c:v>
              </c:pt>
              <c:pt idx="60">
                <c:v>52273</c:v>
              </c:pt>
              <c:pt idx="61">
                <c:v>53107</c:v>
              </c:pt>
              <c:pt idx="62">
                <c:v>48306</c:v>
              </c:pt>
              <c:pt idx="63">
                <c:v>54588</c:v>
              </c:pt>
              <c:pt idx="64">
                <c:v>58104</c:v>
              </c:pt>
              <c:pt idx="65">
                <c:v>59915</c:v>
              </c:pt>
              <c:pt idx="66">
                <c:v>60001</c:v>
              </c:pt>
              <c:pt idx="67">
                <c:v>62696</c:v>
              </c:pt>
              <c:pt idx="68">
                <c:v>66178</c:v>
              </c:pt>
              <c:pt idx="69">
                <c:v>68082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1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30000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22A3E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 drawdown</c:v>
          </c:tx>
          <c:spPr>
            <a:ln xmlns:a="http://schemas.openxmlformats.org/drawingml/2006/main" w="1905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647"/>
              <c:pt idx="0">
                <c:v>2013-01-02</c:v>
              </c:pt>
              <c:pt idx="1">
                <c:v>2013-01-08</c:v>
              </c:pt>
              <c:pt idx="2">
                <c:v>2013-01-24</c:v>
              </c:pt>
              <c:pt idx="3">
                <c:v>2013-01-25</c:v>
              </c:pt>
              <c:pt idx="4">
                <c:v>2013-02-04</c:v>
              </c:pt>
              <c:pt idx="5">
                <c:v>2013-02-15</c:v>
              </c:pt>
              <c:pt idx="6">
                <c:v>2013-02-19</c:v>
              </c:pt>
              <c:pt idx="7">
                <c:v>2013-02-25</c:v>
              </c:pt>
              <c:pt idx="8">
                <c:v>2013-03-12</c:v>
              </c:pt>
              <c:pt idx="9">
                <c:v>2013-03-13</c:v>
              </c:pt>
              <c:pt idx="10">
                <c:v>2013-03-21</c:v>
              </c:pt>
              <c:pt idx="11">
                <c:v>2013-04-04</c:v>
              </c:pt>
              <c:pt idx="12">
                <c:v>2013-04-05</c:v>
              </c:pt>
              <c:pt idx="13">
                <c:v>2013-04-18</c:v>
              </c:pt>
              <c:pt idx="14">
                <c:v>2013-04-26</c:v>
              </c:pt>
              <c:pt idx="15">
                <c:v>2013-04-29</c:v>
              </c:pt>
              <c:pt idx="16">
                <c:v>2013-05-01</c:v>
              </c:pt>
              <c:pt idx="17">
                <c:v>2013-05-20</c:v>
              </c:pt>
              <c:pt idx="18">
                <c:v>2013-05-21</c:v>
              </c:pt>
              <c:pt idx="19">
                <c:v>2013-06-05</c:v>
              </c:pt>
              <c:pt idx="20">
                <c:v>2013-06-12</c:v>
              </c:pt>
              <c:pt idx="21">
                <c:v>2013-06-13</c:v>
              </c:pt>
              <c:pt idx="22">
                <c:v>2013-06-24</c:v>
              </c:pt>
              <c:pt idx="23">
                <c:v>2013-07-05</c:v>
              </c:pt>
              <c:pt idx="24">
                <c:v>2013-07-08</c:v>
              </c:pt>
              <c:pt idx="25">
                <c:v>2013-07-29</c:v>
              </c:pt>
              <c:pt idx="26">
                <c:v>2013-07-30</c:v>
              </c:pt>
              <c:pt idx="27">
                <c:v>2013-08-19</c:v>
              </c:pt>
              <c:pt idx="28">
                <c:v>2013-08-20</c:v>
              </c:pt>
              <c:pt idx="29">
                <c:v>2013-08-21</c:v>
              </c:pt>
              <c:pt idx="30">
                <c:v>2013-08-27</c:v>
              </c:pt>
              <c:pt idx="31">
                <c:v>2013-09-12</c:v>
              </c:pt>
              <c:pt idx="32">
                <c:v>2013-09-13</c:v>
              </c:pt>
              <c:pt idx="33">
                <c:v>2013-10-03</c:v>
              </c:pt>
              <c:pt idx="34">
                <c:v>2013-10-04</c:v>
              </c:pt>
              <c:pt idx="35">
                <c:v>2013-10-07</c:v>
              </c:pt>
              <c:pt idx="36">
                <c:v>2013-10-08</c:v>
              </c:pt>
              <c:pt idx="37">
                <c:v>2013-10-09</c:v>
              </c:pt>
              <c:pt idx="38">
                <c:v>2013-10-28</c:v>
              </c:pt>
              <c:pt idx="39">
                <c:v>2013-10-29</c:v>
              </c:pt>
              <c:pt idx="40">
                <c:v>2013-11-07</c:v>
              </c:pt>
              <c:pt idx="41">
                <c:v>2013-11-19</c:v>
              </c:pt>
              <c:pt idx="42">
                <c:v>2013-11-20</c:v>
              </c:pt>
              <c:pt idx="43">
                <c:v>2013-12-12</c:v>
              </c:pt>
              <c:pt idx="44">
                <c:v>2013-12-13</c:v>
              </c:pt>
              <c:pt idx="45">
                <c:v>2014-01-07</c:v>
              </c:pt>
              <c:pt idx="46">
                <c:v>2014-01-08</c:v>
              </c:pt>
              <c:pt idx="47">
                <c:v>2014-01-29</c:v>
              </c:pt>
              <c:pt idx="48">
                <c:v>2014-01-30</c:v>
              </c:pt>
              <c:pt idx="49">
                <c:v>2014-01-31</c:v>
              </c:pt>
              <c:pt idx="50">
                <c:v>2014-02-03</c:v>
              </c:pt>
              <c:pt idx="51">
                <c:v>2014-02-24</c:v>
              </c:pt>
              <c:pt idx="52">
                <c:v>2014-02-25</c:v>
              </c:pt>
              <c:pt idx="53">
                <c:v>2014-03-14</c:v>
              </c:pt>
              <c:pt idx="54">
                <c:v>2014-03-18</c:v>
              </c:pt>
              <c:pt idx="55">
                <c:v>2014-03-19</c:v>
              </c:pt>
              <c:pt idx="56">
                <c:v>2014-04-07</c:v>
              </c:pt>
              <c:pt idx="57">
                <c:v>2014-04-09</c:v>
              </c:pt>
              <c:pt idx="58">
                <c:v>2014-04-10</c:v>
              </c:pt>
              <c:pt idx="59">
                <c:v>2014-04-11</c:v>
              </c:pt>
              <c:pt idx="60">
                <c:v>2014-05-02</c:v>
              </c:pt>
              <c:pt idx="61">
                <c:v>2014-05-05</c:v>
              </c:pt>
              <c:pt idx="62">
                <c:v>2014-05-06</c:v>
              </c:pt>
              <c:pt idx="63">
                <c:v>2014-05-15</c:v>
              </c:pt>
              <c:pt idx="64">
                <c:v>2014-05-27</c:v>
              </c:pt>
              <c:pt idx="65">
                <c:v>2014-05-28</c:v>
              </c:pt>
              <c:pt idx="66">
                <c:v>2014-06-12</c:v>
              </c:pt>
              <c:pt idx="67">
                <c:v>2014-06-18</c:v>
              </c:pt>
              <c:pt idx="68">
                <c:v>2014-06-19</c:v>
              </c:pt>
              <c:pt idx="69">
                <c:v>2014-07-08</c:v>
              </c:pt>
              <c:pt idx="70">
                <c:v>2014-07-11</c:v>
              </c:pt>
              <c:pt idx="71">
                <c:v>2014-07-14</c:v>
              </c:pt>
              <c:pt idx="72">
                <c:v>2014-08-01</c:v>
              </c:pt>
              <c:pt idx="73">
                <c:v>2014-08-04</c:v>
              </c:pt>
              <c:pt idx="74">
                <c:v>2014-08-05</c:v>
              </c:pt>
              <c:pt idx="75">
                <c:v>2014-08-07</c:v>
              </c:pt>
              <c:pt idx="76">
                <c:v>2014-08-26</c:v>
              </c:pt>
              <c:pt idx="77">
                <c:v>2014-08-27</c:v>
              </c:pt>
              <c:pt idx="78">
                <c:v>2014-09-15</c:v>
              </c:pt>
              <c:pt idx="79">
                <c:v>2014-09-18</c:v>
              </c:pt>
              <c:pt idx="80">
                <c:v>2014-09-19</c:v>
              </c:pt>
              <c:pt idx="81">
                <c:v>2014-10-10</c:v>
              </c:pt>
              <c:pt idx="82">
                <c:v>2014-10-13</c:v>
              </c:pt>
              <c:pt idx="83">
                <c:v>2014-10-16</c:v>
              </c:pt>
              <c:pt idx="84">
                <c:v>2014-11-03</c:v>
              </c:pt>
              <c:pt idx="85">
                <c:v>2014-11-04</c:v>
              </c:pt>
              <c:pt idx="86">
                <c:v>2014-11-19</c:v>
              </c:pt>
              <c:pt idx="87">
                <c:v>2014-11-25</c:v>
              </c:pt>
              <c:pt idx="88">
                <c:v>2014-11-26</c:v>
              </c:pt>
              <c:pt idx="89">
                <c:v>2014-12-16</c:v>
              </c:pt>
              <c:pt idx="90">
                <c:v>2014-12-18</c:v>
              </c:pt>
              <c:pt idx="91">
                <c:v>2014-12-19</c:v>
              </c:pt>
              <c:pt idx="92">
                <c:v>2015-01-06</c:v>
              </c:pt>
              <c:pt idx="93">
                <c:v>2015-01-13</c:v>
              </c:pt>
              <c:pt idx="94">
                <c:v>2015-01-14</c:v>
              </c:pt>
              <c:pt idx="95">
                <c:v>2015-01-15</c:v>
              </c:pt>
              <c:pt idx="96">
                <c:v>2015-02-05</c:v>
              </c:pt>
              <c:pt idx="97">
                <c:v>2015-02-06</c:v>
              </c:pt>
              <c:pt idx="98">
                <c:v>2015-02-09</c:v>
              </c:pt>
              <c:pt idx="99">
                <c:v>2015-02-27</c:v>
              </c:pt>
              <c:pt idx="100">
                <c:v>2015-03-02</c:v>
              </c:pt>
              <c:pt idx="101">
                <c:v>2015-03-03</c:v>
              </c:pt>
              <c:pt idx="102">
                <c:v>2015-03-11</c:v>
              </c:pt>
              <c:pt idx="103">
                <c:v>2015-03-24</c:v>
              </c:pt>
              <c:pt idx="104">
                <c:v>2015-03-25</c:v>
              </c:pt>
              <c:pt idx="105">
                <c:v>2015-03-26</c:v>
              </c:pt>
              <c:pt idx="106">
                <c:v>2015-04-16</c:v>
              </c:pt>
              <c:pt idx="107">
                <c:v>2015-04-17</c:v>
              </c:pt>
              <c:pt idx="108">
                <c:v>2015-05-06</c:v>
              </c:pt>
              <c:pt idx="109">
                <c:v>2015-05-08</c:v>
              </c:pt>
              <c:pt idx="110">
                <c:v>2015-05-11</c:v>
              </c:pt>
              <c:pt idx="111">
                <c:v>2015-05-12</c:v>
              </c:pt>
              <c:pt idx="112">
                <c:v>2015-05-26</c:v>
              </c:pt>
              <c:pt idx="113">
                <c:v>2015-06-02</c:v>
              </c:pt>
              <c:pt idx="114">
                <c:v>2015-06-03</c:v>
              </c:pt>
              <c:pt idx="115">
                <c:v>2015-06-09</c:v>
              </c:pt>
              <c:pt idx="116">
                <c:v>2015-06-24</c:v>
              </c:pt>
              <c:pt idx="117">
                <c:v>2015-06-25</c:v>
              </c:pt>
              <c:pt idx="118">
                <c:v>2015-06-29</c:v>
              </c:pt>
              <c:pt idx="119">
                <c:v>2015-07-08</c:v>
              </c:pt>
              <c:pt idx="120">
                <c:v>2015-07-17</c:v>
              </c:pt>
              <c:pt idx="121">
                <c:v>2015-07-20</c:v>
              </c:pt>
              <c:pt idx="122">
                <c:v>2015-07-27</c:v>
              </c:pt>
              <c:pt idx="123">
                <c:v>2015-08-10</c:v>
              </c:pt>
              <c:pt idx="124">
                <c:v>2015-08-11</c:v>
              </c:pt>
              <c:pt idx="125">
                <c:v>2015-08-25</c:v>
              </c:pt>
              <c:pt idx="126">
                <c:v>2015-09-01</c:v>
              </c:pt>
              <c:pt idx="127">
                <c:v>2015-09-02</c:v>
              </c:pt>
              <c:pt idx="128">
                <c:v>2015-09-04</c:v>
              </c:pt>
              <c:pt idx="129">
                <c:v>2015-09-24</c:v>
              </c:pt>
              <c:pt idx="130">
                <c:v>2015-09-25</c:v>
              </c:pt>
              <c:pt idx="131">
                <c:v>2015-09-28</c:v>
              </c:pt>
              <c:pt idx="132">
                <c:v>2015-09-29</c:v>
              </c:pt>
              <c:pt idx="133">
                <c:v>2015-10-16</c:v>
              </c:pt>
              <c:pt idx="134">
                <c:v>2015-10-19</c:v>
              </c:pt>
              <c:pt idx="135">
                <c:v>2015-10-21</c:v>
              </c:pt>
              <c:pt idx="136">
                <c:v>2015-11-09</c:v>
              </c:pt>
              <c:pt idx="137">
                <c:v>2015-11-10</c:v>
              </c:pt>
              <c:pt idx="138">
                <c:v>2015-11-13</c:v>
              </c:pt>
              <c:pt idx="139">
                <c:v>2015-12-02</c:v>
              </c:pt>
              <c:pt idx="140">
                <c:v>2015-12-03</c:v>
              </c:pt>
              <c:pt idx="141">
                <c:v>2015-12-18</c:v>
              </c:pt>
              <c:pt idx="142">
                <c:v>2015-12-24</c:v>
              </c:pt>
              <c:pt idx="143">
                <c:v>2015-12-28</c:v>
              </c:pt>
              <c:pt idx="144">
                <c:v>2016-01-20</c:v>
              </c:pt>
              <c:pt idx="145">
                <c:v>2016-01-21</c:v>
              </c:pt>
              <c:pt idx="146">
                <c:v>2016-02-11</c:v>
              </c:pt>
              <c:pt idx="147">
                <c:v>2016-02-12</c:v>
              </c:pt>
              <c:pt idx="148">
                <c:v>2016-03-07</c:v>
              </c:pt>
              <c:pt idx="149">
                <c:v>2016-03-08</c:v>
              </c:pt>
              <c:pt idx="150">
                <c:v>2016-03-30</c:v>
              </c:pt>
              <c:pt idx="151">
                <c:v>2016-03-31</c:v>
              </c:pt>
              <c:pt idx="152">
                <c:v>2016-04-07</c:v>
              </c:pt>
              <c:pt idx="153">
                <c:v>2016-04-11</c:v>
              </c:pt>
              <c:pt idx="154">
                <c:v>2016-04-21</c:v>
              </c:pt>
              <c:pt idx="155">
                <c:v>2016-04-22</c:v>
              </c:pt>
              <c:pt idx="156">
                <c:v>2016-05-05</c:v>
              </c:pt>
              <c:pt idx="157">
                <c:v>2016-05-13</c:v>
              </c:pt>
              <c:pt idx="158">
                <c:v>2016-05-16</c:v>
              </c:pt>
              <c:pt idx="159">
                <c:v>2016-05-19</c:v>
              </c:pt>
              <c:pt idx="160">
                <c:v>2016-06-07</c:v>
              </c:pt>
              <c:pt idx="161">
                <c:v>2016-06-08</c:v>
              </c:pt>
              <c:pt idx="162">
                <c:v>2016-06-27</c:v>
              </c:pt>
              <c:pt idx="163">
                <c:v>2016-06-29</c:v>
              </c:pt>
              <c:pt idx="164">
                <c:v>2016-06-30</c:v>
              </c:pt>
              <c:pt idx="165">
                <c:v>2016-07-05</c:v>
              </c:pt>
              <c:pt idx="166">
                <c:v>2016-07-22</c:v>
              </c:pt>
              <c:pt idx="167">
                <c:v>2016-07-25</c:v>
              </c:pt>
              <c:pt idx="168">
                <c:v>2016-08-02</c:v>
              </c:pt>
              <c:pt idx="169">
                <c:v>2016-08-15</c:v>
              </c:pt>
              <c:pt idx="170">
                <c:v>2016-08-16</c:v>
              </c:pt>
              <c:pt idx="171">
                <c:v>2016-08-26</c:v>
              </c:pt>
              <c:pt idx="172">
                <c:v>2016-08-30</c:v>
              </c:pt>
              <c:pt idx="173">
                <c:v>2016-09-07</c:v>
              </c:pt>
              <c:pt idx="174">
                <c:v>2016-09-08</c:v>
              </c:pt>
              <c:pt idx="175">
                <c:v>2016-09-09</c:v>
              </c:pt>
              <c:pt idx="176">
                <c:v>2016-09-14</c:v>
              </c:pt>
              <c:pt idx="177">
                <c:v>2016-09-29</c:v>
              </c:pt>
              <c:pt idx="178">
                <c:v>2016-09-30</c:v>
              </c:pt>
              <c:pt idx="179">
                <c:v>2016-10-11</c:v>
              </c:pt>
              <c:pt idx="180">
                <c:v>2016-10-17</c:v>
              </c:pt>
              <c:pt idx="181">
                <c:v>2016-10-21</c:v>
              </c:pt>
              <c:pt idx="182">
                <c:v>2016-10-24</c:v>
              </c:pt>
              <c:pt idx="183">
                <c:v>2016-11-04</c:v>
              </c:pt>
              <c:pt idx="184">
                <c:v>2016-11-14</c:v>
              </c:pt>
              <c:pt idx="185">
                <c:v>2016-11-15</c:v>
              </c:pt>
              <c:pt idx="186">
                <c:v>2016-12-01</c:v>
              </c:pt>
              <c:pt idx="187">
                <c:v>2016-12-07</c:v>
              </c:pt>
              <c:pt idx="188">
                <c:v>2016-12-08</c:v>
              </c:pt>
              <c:pt idx="189">
                <c:v>2016-12-30</c:v>
              </c:pt>
              <c:pt idx="190">
                <c:v>2017-01-03</c:v>
              </c:pt>
              <c:pt idx="191">
                <c:v>2017-01-19</c:v>
              </c:pt>
              <c:pt idx="192">
                <c:v>2017-01-25</c:v>
              </c:pt>
              <c:pt idx="193">
                <c:v>2017-01-26</c:v>
              </c:pt>
              <c:pt idx="194">
                <c:v>2017-01-30</c:v>
              </c:pt>
              <c:pt idx="195">
                <c:v>2017-01-31</c:v>
              </c:pt>
              <c:pt idx="196">
                <c:v>2017-02-16</c:v>
              </c:pt>
              <c:pt idx="197">
                <c:v>2017-02-17</c:v>
              </c:pt>
              <c:pt idx="198">
                <c:v>2017-03-08</c:v>
              </c:pt>
              <c:pt idx="199">
                <c:v>2017-03-13</c:v>
              </c:pt>
              <c:pt idx="200">
                <c:v>2017-03-14</c:v>
              </c:pt>
              <c:pt idx="201">
                <c:v>2017-03-21</c:v>
              </c:pt>
              <c:pt idx="202">
                <c:v>2017-03-27</c:v>
              </c:pt>
              <c:pt idx="203">
                <c:v>2017-04-04</c:v>
              </c:pt>
              <c:pt idx="204">
                <c:v>2017-04-05</c:v>
              </c:pt>
              <c:pt idx="205">
                <c:v>2017-04-13</c:v>
              </c:pt>
              <c:pt idx="206">
                <c:v>2017-04-27</c:v>
              </c:pt>
              <c:pt idx="207">
                <c:v>2017-04-28</c:v>
              </c:pt>
              <c:pt idx="208">
                <c:v>2017-05-17</c:v>
              </c:pt>
              <c:pt idx="209">
                <c:v>2017-05-19</c:v>
              </c:pt>
              <c:pt idx="210">
                <c:v>2017-05-22</c:v>
              </c:pt>
              <c:pt idx="211">
                <c:v>2017-06-06</c:v>
              </c:pt>
              <c:pt idx="212">
                <c:v>2017-06-12</c:v>
              </c:pt>
              <c:pt idx="213">
                <c:v>2017-06-13</c:v>
              </c:pt>
              <c:pt idx="214">
                <c:v>2017-06-14</c:v>
              </c:pt>
              <c:pt idx="215">
                <c:v>2017-07-06</c:v>
              </c:pt>
              <c:pt idx="216">
                <c:v>2017-07-07</c:v>
              </c:pt>
              <c:pt idx="217">
                <c:v>2017-07-28</c:v>
              </c:pt>
              <c:pt idx="218">
                <c:v>2017-07-31</c:v>
              </c:pt>
              <c:pt idx="219">
                <c:v>2017-08-18</c:v>
              </c:pt>
              <c:pt idx="220">
                <c:v>2017-08-21</c:v>
              </c:pt>
              <c:pt idx="221">
                <c:v>2017-08-22</c:v>
              </c:pt>
              <c:pt idx="222">
                <c:v>2017-08-24</c:v>
              </c:pt>
              <c:pt idx="223">
                <c:v>2017-09-13</c:v>
              </c:pt>
              <c:pt idx="224">
                <c:v>2017-09-14</c:v>
              </c:pt>
              <c:pt idx="225">
                <c:v>2017-09-25</c:v>
              </c:pt>
              <c:pt idx="226">
                <c:v>2017-10-05</c:v>
              </c:pt>
              <c:pt idx="227">
                <c:v>2017-10-06</c:v>
              </c:pt>
              <c:pt idx="228">
                <c:v>2017-10-25</c:v>
              </c:pt>
              <c:pt idx="229">
                <c:v>2017-10-27</c:v>
              </c:pt>
              <c:pt idx="230">
                <c:v>2017-10-30</c:v>
              </c:pt>
              <c:pt idx="231">
                <c:v>2017-11-15</c:v>
              </c:pt>
              <c:pt idx="232">
                <c:v>2017-11-20</c:v>
              </c:pt>
              <c:pt idx="233">
                <c:v>2017-11-21</c:v>
              </c:pt>
              <c:pt idx="234">
                <c:v>2017-12-05</c:v>
              </c:pt>
              <c:pt idx="235">
                <c:v>2017-12-13</c:v>
              </c:pt>
              <c:pt idx="236">
                <c:v>2017-12-14</c:v>
              </c:pt>
              <c:pt idx="237">
                <c:v>2017-12-29</c:v>
              </c:pt>
              <c:pt idx="238">
                <c:v>2018-01-08</c:v>
              </c:pt>
              <c:pt idx="239">
                <c:v>2018-01-09</c:v>
              </c:pt>
              <c:pt idx="240">
                <c:v>2018-01-30</c:v>
              </c:pt>
              <c:pt idx="241">
                <c:v>2018-01-31</c:v>
              </c:pt>
              <c:pt idx="242">
                <c:v>2018-02-01</c:v>
              </c:pt>
              <c:pt idx="243">
                <c:v>2018-02-08</c:v>
              </c:pt>
              <c:pt idx="244">
                <c:v>2018-02-23</c:v>
              </c:pt>
              <c:pt idx="245">
                <c:v>2018-02-26</c:v>
              </c:pt>
              <c:pt idx="246">
                <c:v>2018-03-01</c:v>
              </c:pt>
              <c:pt idx="247">
                <c:v>2018-03-19</c:v>
              </c:pt>
              <c:pt idx="248">
                <c:v>2018-03-20</c:v>
              </c:pt>
              <c:pt idx="249">
                <c:v>2018-04-02</c:v>
              </c:pt>
              <c:pt idx="250">
                <c:v>2018-04-11</c:v>
              </c:pt>
              <c:pt idx="251">
                <c:v>2018-04-12</c:v>
              </c:pt>
              <c:pt idx="252">
                <c:v>2018-04-24</c:v>
              </c:pt>
              <c:pt idx="253">
                <c:v>2018-05-03</c:v>
              </c:pt>
              <c:pt idx="254">
                <c:v>2018-05-04</c:v>
              </c:pt>
              <c:pt idx="255">
                <c:v>2018-05-25</c:v>
              </c:pt>
              <c:pt idx="256">
                <c:v>2018-05-29</c:v>
              </c:pt>
              <c:pt idx="257">
                <c:v>2018-06-19</c:v>
              </c:pt>
              <c:pt idx="258">
                <c:v>2018-06-20</c:v>
              </c:pt>
              <c:pt idx="259">
                <c:v>2018-06-27</c:v>
              </c:pt>
              <c:pt idx="260">
                <c:v>2018-07-12</c:v>
              </c:pt>
              <c:pt idx="261">
                <c:v>2018-07-13</c:v>
              </c:pt>
              <c:pt idx="262">
                <c:v>2018-07-16</c:v>
              </c:pt>
              <c:pt idx="263">
                <c:v>2018-07-30</c:v>
              </c:pt>
              <c:pt idx="264">
                <c:v>2018-08-03</c:v>
              </c:pt>
              <c:pt idx="265">
                <c:v>2018-08-06</c:v>
              </c:pt>
              <c:pt idx="266">
                <c:v>2018-08-15</c:v>
              </c:pt>
              <c:pt idx="267">
                <c:v>2018-08-27</c:v>
              </c:pt>
              <c:pt idx="268">
                <c:v>2018-08-28</c:v>
              </c:pt>
              <c:pt idx="269">
                <c:v>2018-09-07</c:v>
              </c:pt>
              <c:pt idx="270">
                <c:v>2018-09-19</c:v>
              </c:pt>
              <c:pt idx="271">
                <c:v>2018-09-20</c:v>
              </c:pt>
              <c:pt idx="272">
                <c:v>2018-10-11</c:v>
              </c:pt>
              <c:pt idx="273">
                <c:v>2018-10-12</c:v>
              </c:pt>
              <c:pt idx="274">
                <c:v>2018-10-29</c:v>
              </c:pt>
              <c:pt idx="275">
                <c:v>2018-11-02</c:v>
              </c:pt>
              <c:pt idx="276">
                <c:v>2018-11-05</c:v>
              </c:pt>
              <c:pt idx="277">
                <c:v>2018-11-23</c:v>
              </c:pt>
              <c:pt idx="278">
                <c:v>2018-11-27</c:v>
              </c:pt>
              <c:pt idx="279">
                <c:v>2018-11-28</c:v>
              </c:pt>
              <c:pt idx="280">
                <c:v>2018-12-20</c:v>
              </c:pt>
              <c:pt idx="281">
                <c:v>2018-12-21</c:v>
              </c:pt>
              <c:pt idx="282">
                <c:v>2018-12-24</c:v>
              </c:pt>
              <c:pt idx="283">
                <c:v>2019-01-15</c:v>
              </c:pt>
              <c:pt idx="284">
                <c:v>2019-01-16</c:v>
              </c:pt>
              <c:pt idx="285">
                <c:v>2019-02-07</c:v>
              </c:pt>
              <c:pt idx="286">
                <c:v>2019-02-08</c:v>
              </c:pt>
              <c:pt idx="287">
                <c:v>2019-02-11</c:v>
              </c:pt>
              <c:pt idx="288">
                <c:v>2019-03-04</c:v>
              </c:pt>
              <c:pt idx="289">
                <c:v>2019-03-05</c:v>
              </c:pt>
              <c:pt idx="290">
                <c:v>2019-03-08</c:v>
              </c:pt>
              <c:pt idx="291">
                <c:v>2019-03-26</c:v>
              </c:pt>
              <c:pt idx="292">
                <c:v>2019-03-27</c:v>
              </c:pt>
              <c:pt idx="293">
                <c:v>2019-04-17</c:v>
              </c:pt>
              <c:pt idx="294">
                <c:v>2019-04-18</c:v>
              </c:pt>
              <c:pt idx="295">
                <c:v>2019-05-09</c:v>
              </c:pt>
              <c:pt idx="296">
                <c:v>2019-05-10</c:v>
              </c:pt>
              <c:pt idx="297">
                <c:v>2019-05-13</c:v>
              </c:pt>
              <c:pt idx="298">
                <c:v>2019-06-03</c:v>
              </c:pt>
              <c:pt idx="299">
                <c:v>2019-06-04</c:v>
              </c:pt>
              <c:pt idx="300">
                <c:v>2019-06-05</c:v>
              </c:pt>
              <c:pt idx="301">
                <c:v>2019-06-26</c:v>
              </c:pt>
              <c:pt idx="302">
                <c:v>2019-06-27</c:v>
              </c:pt>
              <c:pt idx="303">
                <c:v>2019-07-19</c:v>
              </c:pt>
              <c:pt idx="304">
                <c:v>2019-07-22</c:v>
              </c:pt>
              <c:pt idx="305">
                <c:v>2019-08-05</c:v>
              </c:pt>
              <c:pt idx="306">
                <c:v>2019-08-12</c:v>
              </c:pt>
              <c:pt idx="307">
                <c:v>2019-08-13</c:v>
              </c:pt>
              <c:pt idx="308">
                <c:v>2019-08-14</c:v>
              </c:pt>
              <c:pt idx="309">
                <c:v>2019-09-04</c:v>
              </c:pt>
              <c:pt idx="310">
                <c:v>2019-09-05</c:v>
              </c:pt>
              <c:pt idx="311">
                <c:v>2019-09-24</c:v>
              </c:pt>
              <c:pt idx="312">
                <c:v>2019-09-26</c:v>
              </c:pt>
              <c:pt idx="313">
                <c:v>2019-09-27</c:v>
              </c:pt>
              <c:pt idx="314">
                <c:v>2019-10-02</c:v>
              </c:pt>
              <c:pt idx="315">
                <c:v>2019-10-18</c:v>
              </c:pt>
              <c:pt idx="316">
                <c:v>2019-10-21</c:v>
              </c:pt>
              <c:pt idx="317">
                <c:v>2019-10-22</c:v>
              </c:pt>
              <c:pt idx="318">
                <c:v>2019-11-11</c:v>
              </c:pt>
              <c:pt idx="319">
                <c:v>2019-11-12</c:v>
              </c:pt>
              <c:pt idx="320">
                <c:v>2019-12-03</c:v>
              </c:pt>
              <c:pt idx="321">
                <c:v>2019-12-04</c:v>
              </c:pt>
              <c:pt idx="322">
                <c:v>2019-12-05</c:v>
              </c:pt>
              <c:pt idx="323">
                <c:v>2019-12-27</c:v>
              </c:pt>
              <c:pt idx="324">
                <c:v>2019-12-30</c:v>
              </c:pt>
              <c:pt idx="325">
                <c:v>2020-01-03</c:v>
              </c:pt>
              <c:pt idx="326">
                <c:v>2020-01-22</c:v>
              </c:pt>
              <c:pt idx="327">
                <c:v>2020-01-23</c:v>
              </c:pt>
              <c:pt idx="328">
                <c:v>2020-01-27</c:v>
              </c:pt>
              <c:pt idx="329">
                <c:v>2020-01-31</c:v>
              </c:pt>
              <c:pt idx="330">
                <c:v>2020-02-13</c:v>
              </c:pt>
              <c:pt idx="331">
                <c:v>2020-02-14</c:v>
              </c:pt>
              <c:pt idx="332">
                <c:v>2020-03-09</c:v>
              </c:pt>
              <c:pt idx="333">
                <c:v>2020-03-10</c:v>
              </c:pt>
              <c:pt idx="334">
                <c:v>2020-03-23</c:v>
              </c:pt>
              <c:pt idx="335">
                <c:v>2020-03-31</c:v>
              </c:pt>
              <c:pt idx="336">
                <c:v>2020-04-01</c:v>
              </c:pt>
              <c:pt idx="337">
                <c:v>2020-04-23</c:v>
              </c:pt>
              <c:pt idx="338">
                <c:v>2020-04-24</c:v>
              </c:pt>
              <c:pt idx="339">
                <c:v>2020-05-01</c:v>
              </c:pt>
              <c:pt idx="340">
                <c:v>2020-05-13</c:v>
              </c:pt>
              <c:pt idx="341">
                <c:v>2020-05-15</c:v>
              </c:pt>
              <c:pt idx="342">
                <c:v>2020-05-18</c:v>
              </c:pt>
              <c:pt idx="343">
                <c:v>2020-05-19</c:v>
              </c:pt>
              <c:pt idx="344">
                <c:v>2020-06-09</c:v>
              </c:pt>
              <c:pt idx="345">
                <c:v>2020-06-10</c:v>
              </c:pt>
              <c:pt idx="346">
                <c:v>2020-06-11</c:v>
              </c:pt>
              <c:pt idx="347">
                <c:v>2020-07-01</c:v>
              </c:pt>
              <c:pt idx="348">
                <c:v>2020-07-02</c:v>
              </c:pt>
              <c:pt idx="349">
                <c:v>2020-07-24</c:v>
              </c:pt>
              <c:pt idx="350">
                <c:v>2020-07-27</c:v>
              </c:pt>
              <c:pt idx="351">
                <c:v>2020-07-28</c:v>
              </c:pt>
              <c:pt idx="352">
                <c:v>2020-08-11</c:v>
              </c:pt>
              <c:pt idx="353">
                <c:v>2020-08-17</c:v>
              </c:pt>
              <c:pt idx="354">
                <c:v>2020-08-18</c:v>
              </c:pt>
              <c:pt idx="355">
                <c:v>2020-09-08</c:v>
              </c:pt>
              <c:pt idx="356">
                <c:v>2020-09-09</c:v>
              </c:pt>
              <c:pt idx="357">
                <c:v>2020-09-10</c:v>
              </c:pt>
              <c:pt idx="358">
                <c:v>2020-09-23</c:v>
              </c:pt>
              <c:pt idx="359">
                <c:v>2020-10-01</c:v>
              </c:pt>
              <c:pt idx="360">
                <c:v>2020-10-02</c:v>
              </c:pt>
              <c:pt idx="361">
                <c:v>2020-10-23</c:v>
              </c:pt>
              <c:pt idx="362">
                <c:v>2020-10-26</c:v>
              </c:pt>
              <c:pt idx="363">
                <c:v>2020-10-30</c:v>
              </c:pt>
              <c:pt idx="364">
                <c:v>2020-11-16</c:v>
              </c:pt>
              <c:pt idx="365">
                <c:v>2020-11-17</c:v>
              </c:pt>
              <c:pt idx="366">
                <c:v>2020-11-20</c:v>
              </c:pt>
              <c:pt idx="367">
                <c:v>2020-11-23</c:v>
              </c:pt>
              <c:pt idx="368">
                <c:v>2020-12-09</c:v>
              </c:pt>
              <c:pt idx="369">
                <c:v>2020-12-10</c:v>
              </c:pt>
              <c:pt idx="370">
                <c:v>2020-12-11</c:v>
              </c:pt>
              <c:pt idx="371">
                <c:v>2020-12-14</c:v>
              </c:pt>
              <c:pt idx="372">
                <c:v>2021-01-04</c:v>
              </c:pt>
              <c:pt idx="373">
                <c:v>2021-01-05</c:v>
              </c:pt>
              <c:pt idx="374">
                <c:v>2021-01-27</c:v>
              </c:pt>
              <c:pt idx="375">
                <c:v>2021-01-28</c:v>
              </c:pt>
              <c:pt idx="376">
                <c:v>2021-01-29</c:v>
              </c:pt>
              <c:pt idx="377">
                <c:v>2021-02-19</c:v>
              </c:pt>
              <c:pt idx="378">
                <c:v>2021-02-22</c:v>
              </c:pt>
              <c:pt idx="379">
                <c:v>2021-03-04</c:v>
              </c:pt>
              <c:pt idx="380">
                <c:v>2021-03-08</c:v>
              </c:pt>
              <c:pt idx="381">
                <c:v>2021-03-15</c:v>
              </c:pt>
              <c:pt idx="382">
                <c:v>2021-03-16</c:v>
              </c:pt>
              <c:pt idx="383">
                <c:v>2021-03-24</c:v>
              </c:pt>
              <c:pt idx="384">
                <c:v>2021-04-07</c:v>
              </c:pt>
              <c:pt idx="385">
                <c:v>2021-04-08</c:v>
              </c:pt>
              <c:pt idx="386">
                <c:v>2021-04-20</c:v>
              </c:pt>
              <c:pt idx="387">
                <c:v>2021-04-22</c:v>
              </c:pt>
              <c:pt idx="388">
                <c:v>2021-04-29</c:v>
              </c:pt>
              <c:pt idx="389">
                <c:v>2021-04-30</c:v>
              </c:pt>
              <c:pt idx="390">
                <c:v>2021-05-12</c:v>
              </c:pt>
              <c:pt idx="391">
                <c:v>2021-05-21</c:v>
              </c:pt>
              <c:pt idx="392">
                <c:v>2021-05-24</c:v>
              </c:pt>
              <c:pt idx="393">
                <c:v>2021-05-25</c:v>
              </c:pt>
              <c:pt idx="394">
                <c:v>2021-06-03</c:v>
              </c:pt>
              <c:pt idx="395">
                <c:v>2021-06-15</c:v>
              </c:pt>
              <c:pt idx="396">
                <c:v>2021-06-16</c:v>
              </c:pt>
              <c:pt idx="397">
                <c:v>2021-06-18</c:v>
              </c:pt>
              <c:pt idx="398">
                <c:v>2021-07-08</c:v>
              </c:pt>
              <c:pt idx="399">
                <c:v>2021-07-09</c:v>
              </c:pt>
              <c:pt idx="400">
                <c:v>2021-07-19</c:v>
              </c:pt>
              <c:pt idx="401">
                <c:v>2021-07-30</c:v>
              </c:pt>
              <c:pt idx="402">
                <c:v>2021-08-02</c:v>
              </c:pt>
              <c:pt idx="403">
                <c:v>2021-08-18</c:v>
              </c:pt>
              <c:pt idx="404">
                <c:v>2021-08-19</c:v>
              </c:pt>
              <c:pt idx="405">
                <c:v>2021-08-23</c:v>
              </c:pt>
              <c:pt idx="406">
                <c:v>2021-08-24</c:v>
              </c:pt>
              <c:pt idx="407">
                <c:v>2021-09-14</c:v>
              </c:pt>
              <c:pt idx="408">
                <c:v>2021-09-15</c:v>
              </c:pt>
              <c:pt idx="409">
                <c:v>2021-09-16</c:v>
              </c:pt>
              <c:pt idx="410">
                <c:v>2021-09-21</c:v>
              </c:pt>
              <c:pt idx="411">
                <c:v>2021-10-04</c:v>
              </c:pt>
              <c:pt idx="412">
                <c:v>2021-10-07</c:v>
              </c:pt>
              <c:pt idx="413">
                <c:v>2021-10-08</c:v>
              </c:pt>
              <c:pt idx="414">
                <c:v>2021-10-12</c:v>
              </c:pt>
              <c:pt idx="415">
                <c:v>2021-10-29</c:v>
              </c:pt>
              <c:pt idx="416">
                <c:v>2021-11-01</c:v>
              </c:pt>
              <c:pt idx="417">
                <c:v>2021-11-10</c:v>
              </c:pt>
              <c:pt idx="418">
                <c:v>2021-11-22</c:v>
              </c:pt>
              <c:pt idx="419">
                <c:v>2021-11-23</c:v>
              </c:pt>
              <c:pt idx="420">
                <c:v>2021-12-01</c:v>
              </c:pt>
              <c:pt idx="421">
                <c:v>2021-12-15</c:v>
              </c:pt>
              <c:pt idx="422">
                <c:v>2021-12-16</c:v>
              </c:pt>
              <c:pt idx="423">
                <c:v>2021-12-20</c:v>
              </c:pt>
              <c:pt idx="424">
                <c:v>2022-01-07</c:v>
              </c:pt>
              <c:pt idx="425">
                <c:v>2022-01-10</c:v>
              </c:pt>
              <c:pt idx="426">
                <c:v>2022-01-27</c:v>
              </c:pt>
              <c:pt idx="427">
                <c:v>2022-02-01</c:v>
              </c:pt>
              <c:pt idx="428">
                <c:v>2022-02-02</c:v>
              </c:pt>
              <c:pt idx="429">
                <c:v>2022-02-23</c:v>
              </c:pt>
              <c:pt idx="430">
                <c:v>2022-02-24</c:v>
              </c:pt>
              <c:pt idx="431">
                <c:v>2022-02-25</c:v>
              </c:pt>
              <c:pt idx="432">
                <c:v>2022-03-08</c:v>
              </c:pt>
              <c:pt idx="433">
                <c:v>2022-03-14</c:v>
              </c:pt>
              <c:pt idx="434">
                <c:v>2022-03-18</c:v>
              </c:pt>
              <c:pt idx="435">
                <c:v>2022-03-21</c:v>
              </c:pt>
              <c:pt idx="436">
                <c:v>2022-04-11</c:v>
              </c:pt>
              <c:pt idx="437">
                <c:v>2022-04-12</c:v>
              </c:pt>
              <c:pt idx="438">
                <c:v>2022-04-29</c:v>
              </c:pt>
              <c:pt idx="439">
                <c:v>2022-05-04</c:v>
              </c:pt>
              <c:pt idx="440">
                <c:v>2022-05-05</c:v>
              </c:pt>
              <c:pt idx="441">
                <c:v>2022-05-19</c:v>
              </c:pt>
              <c:pt idx="442">
                <c:v>2022-05-20</c:v>
              </c:pt>
              <c:pt idx="443">
                <c:v>2022-05-26</c:v>
              </c:pt>
              <c:pt idx="444">
                <c:v>2022-05-27</c:v>
              </c:pt>
              <c:pt idx="445">
                <c:v>2022-06-16</c:v>
              </c:pt>
              <c:pt idx="446">
                <c:v>2022-06-21</c:v>
              </c:pt>
              <c:pt idx="447">
                <c:v>2022-06-22</c:v>
              </c:pt>
              <c:pt idx="448">
                <c:v>2022-07-14</c:v>
              </c:pt>
              <c:pt idx="449">
                <c:v>2022-07-15</c:v>
              </c:pt>
              <c:pt idx="450">
                <c:v>2022-07-18</c:v>
              </c:pt>
              <c:pt idx="451">
                <c:v>2022-08-05</c:v>
              </c:pt>
              <c:pt idx="452">
                <c:v>2022-08-08</c:v>
              </c:pt>
              <c:pt idx="453">
                <c:v>2022-08-09</c:v>
              </c:pt>
              <c:pt idx="454">
                <c:v>2022-08-29</c:v>
              </c:pt>
              <c:pt idx="455">
                <c:v>2022-08-30</c:v>
              </c:pt>
              <c:pt idx="456">
                <c:v>2022-09-21</c:v>
              </c:pt>
              <c:pt idx="457">
                <c:v>2022-09-22</c:v>
              </c:pt>
              <c:pt idx="458">
                <c:v>2022-09-30</c:v>
              </c:pt>
              <c:pt idx="459">
                <c:v>2022-10-12</c:v>
              </c:pt>
              <c:pt idx="460">
                <c:v>2022-10-13</c:v>
              </c:pt>
              <c:pt idx="461">
                <c:v>2022-10-14</c:v>
              </c:pt>
              <c:pt idx="462">
                <c:v>2022-11-04</c:v>
              </c:pt>
              <c:pt idx="463">
                <c:v>2022-11-07</c:v>
              </c:pt>
              <c:pt idx="464">
                <c:v>2022-11-09</c:v>
              </c:pt>
              <c:pt idx="465">
                <c:v>2022-11-29</c:v>
              </c:pt>
              <c:pt idx="466">
                <c:v>2022-11-30</c:v>
              </c:pt>
              <c:pt idx="467">
                <c:v>2022-12-19</c:v>
              </c:pt>
              <c:pt idx="468">
                <c:v>2022-12-21</c:v>
              </c:pt>
              <c:pt idx="469">
                <c:v>2022-12-22</c:v>
              </c:pt>
              <c:pt idx="470">
                <c:v>2022-12-28</c:v>
              </c:pt>
              <c:pt idx="471">
                <c:v>2023-01-05</c:v>
              </c:pt>
              <c:pt idx="472">
                <c:v>2023-01-17</c:v>
              </c:pt>
              <c:pt idx="473">
                <c:v>2023-01-18</c:v>
              </c:pt>
              <c:pt idx="474">
                <c:v>2023-01-19</c:v>
              </c:pt>
              <c:pt idx="475">
                <c:v>2023-02-08</c:v>
              </c:pt>
              <c:pt idx="476">
                <c:v>2023-02-09</c:v>
              </c:pt>
              <c:pt idx="477">
                <c:v>2023-03-01</c:v>
              </c:pt>
              <c:pt idx="478">
                <c:v>2023-03-03</c:v>
              </c:pt>
              <c:pt idx="479">
                <c:v>2023-03-06</c:v>
              </c:pt>
              <c:pt idx="480">
                <c:v>2023-03-10</c:v>
              </c:pt>
              <c:pt idx="481">
                <c:v>2023-03-13</c:v>
              </c:pt>
              <c:pt idx="482">
                <c:v>2023-03-27</c:v>
              </c:pt>
              <c:pt idx="483">
                <c:v>2023-03-28</c:v>
              </c:pt>
              <c:pt idx="484">
                <c:v>2023-04-19</c:v>
              </c:pt>
              <c:pt idx="485">
                <c:v>2023-04-20</c:v>
              </c:pt>
              <c:pt idx="486">
                <c:v>2023-04-26</c:v>
              </c:pt>
              <c:pt idx="487">
                <c:v>2023-05-04</c:v>
              </c:pt>
              <c:pt idx="488">
                <c:v>2023-05-11</c:v>
              </c:pt>
              <c:pt idx="489">
                <c:v>2023-05-12</c:v>
              </c:pt>
              <c:pt idx="490">
                <c:v>2023-05-16</c:v>
              </c:pt>
              <c:pt idx="491">
                <c:v>2023-06-05</c:v>
              </c:pt>
              <c:pt idx="492">
                <c:v>2023-06-06</c:v>
              </c:pt>
              <c:pt idx="493">
                <c:v>2023-06-07</c:v>
              </c:pt>
              <c:pt idx="494">
                <c:v>2023-06-26</c:v>
              </c:pt>
              <c:pt idx="495">
                <c:v>2023-06-28</c:v>
              </c:pt>
              <c:pt idx="496">
                <c:v>2023-06-29</c:v>
              </c:pt>
              <c:pt idx="497">
                <c:v>2023-07-06</c:v>
              </c:pt>
              <c:pt idx="498">
                <c:v>2023-07-21</c:v>
              </c:pt>
              <c:pt idx="499">
                <c:v>2023-07-24</c:v>
              </c:pt>
              <c:pt idx="500">
                <c:v>2023-08-09</c:v>
              </c:pt>
              <c:pt idx="501">
                <c:v>2023-08-11</c:v>
              </c:pt>
              <c:pt idx="502">
                <c:v>2023-08-14</c:v>
              </c:pt>
              <c:pt idx="503">
                <c:v>2023-08-15</c:v>
              </c:pt>
              <c:pt idx="504">
                <c:v>2023-08-17</c:v>
              </c:pt>
              <c:pt idx="505">
                <c:v>2023-08-24</c:v>
              </c:pt>
              <c:pt idx="506">
                <c:v>2023-09-06</c:v>
              </c:pt>
              <c:pt idx="507">
                <c:v>2023-09-07</c:v>
              </c:pt>
              <c:pt idx="508">
                <c:v>2023-09-26</c:v>
              </c:pt>
              <c:pt idx="509">
                <c:v>2023-09-28</c:v>
              </c:pt>
              <c:pt idx="510">
                <c:v>2023-09-29</c:v>
              </c:pt>
              <c:pt idx="511">
                <c:v>2023-10-20</c:v>
              </c:pt>
              <c:pt idx="512">
                <c:v>2023-10-23</c:v>
              </c:pt>
              <c:pt idx="513">
                <c:v>2023-10-26</c:v>
              </c:pt>
              <c:pt idx="514">
                <c:v>2023-10-27</c:v>
              </c:pt>
              <c:pt idx="515">
                <c:v>2023-11-13</c:v>
              </c:pt>
              <c:pt idx="516">
                <c:v>2023-11-14</c:v>
              </c:pt>
              <c:pt idx="517">
                <c:v>2023-12-06</c:v>
              </c:pt>
              <c:pt idx="518">
                <c:v>2023-12-07</c:v>
              </c:pt>
              <c:pt idx="519">
                <c:v>2023-12-20</c:v>
              </c:pt>
              <c:pt idx="520">
                <c:v>2023-12-29</c:v>
              </c:pt>
              <c:pt idx="521">
                <c:v>2024-01-02</c:v>
              </c:pt>
              <c:pt idx="522">
                <c:v>2024-01-04</c:v>
              </c:pt>
              <c:pt idx="523">
                <c:v>2024-01-24</c:v>
              </c:pt>
              <c:pt idx="524">
                <c:v>2024-01-25</c:v>
              </c:pt>
              <c:pt idx="525">
                <c:v>2024-01-31</c:v>
              </c:pt>
              <c:pt idx="526">
                <c:v>2024-02-15</c:v>
              </c:pt>
              <c:pt idx="527">
                <c:v>2024-02-16</c:v>
              </c:pt>
              <c:pt idx="528">
                <c:v>2024-03-05</c:v>
              </c:pt>
              <c:pt idx="529">
                <c:v>2024-03-11</c:v>
              </c:pt>
              <c:pt idx="530">
                <c:v>2024-03-12</c:v>
              </c:pt>
              <c:pt idx="531">
                <c:v>2024-03-15</c:v>
              </c:pt>
              <c:pt idx="532">
                <c:v>2024-04-03</c:v>
              </c:pt>
              <c:pt idx="533">
                <c:v>2024-04-04</c:v>
              </c:pt>
              <c:pt idx="534">
                <c:v>2024-04-19</c:v>
              </c:pt>
              <c:pt idx="535">
                <c:v>2024-04-25</c:v>
              </c:pt>
              <c:pt idx="536">
                <c:v>2024-04-26</c:v>
              </c:pt>
              <c:pt idx="537">
                <c:v>2024-05-01</c:v>
              </c:pt>
              <c:pt idx="538">
                <c:v>2024-05-17</c:v>
              </c:pt>
              <c:pt idx="539">
                <c:v>2024-05-20</c:v>
              </c:pt>
              <c:pt idx="540">
                <c:v>2024-05-30</c:v>
              </c:pt>
              <c:pt idx="541">
                <c:v>2024-06-11</c:v>
              </c:pt>
              <c:pt idx="542">
                <c:v>2024-06-12</c:v>
              </c:pt>
              <c:pt idx="543">
                <c:v>2024-06-24</c:v>
              </c:pt>
              <c:pt idx="544">
                <c:v>2024-07-05</c:v>
              </c:pt>
              <c:pt idx="545">
                <c:v>2024-07-08</c:v>
              </c:pt>
              <c:pt idx="546">
                <c:v>2024-07-25</c:v>
              </c:pt>
              <c:pt idx="547">
                <c:v>2024-07-29</c:v>
              </c:pt>
              <c:pt idx="548">
                <c:v>2024-07-30</c:v>
              </c:pt>
              <c:pt idx="549">
                <c:v>2024-08-05</c:v>
              </c:pt>
              <c:pt idx="550">
                <c:v>2024-08-20</c:v>
              </c:pt>
              <c:pt idx="551">
                <c:v>2024-08-21</c:v>
              </c:pt>
              <c:pt idx="552">
                <c:v>2024-09-06</c:v>
              </c:pt>
              <c:pt idx="553">
                <c:v>2024-09-12</c:v>
              </c:pt>
              <c:pt idx="554">
                <c:v>2024-09-13</c:v>
              </c:pt>
              <c:pt idx="555">
                <c:v>2024-10-01</c:v>
              </c:pt>
              <c:pt idx="556">
                <c:v>2024-10-03</c:v>
              </c:pt>
              <c:pt idx="557">
                <c:v>2024-10-04</c:v>
              </c:pt>
              <c:pt idx="558">
                <c:v>2024-10-07</c:v>
              </c:pt>
              <c:pt idx="559">
                <c:v>2024-10-23</c:v>
              </c:pt>
              <c:pt idx="560">
                <c:v>2024-10-28</c:v>
              </c:pt>
              <c:pt idx="561">
                <c:v>2024-10-29</c:v>
              </c:pt>
              <c:pt idx="562">
                <c:v>2024-10-31</c:v>
              </c:pt>
              <c:pt idx="563">
                <c:v>2024-11-19</c:v>
              </c:pt>
              <c:pt idx="564">
                <c:v>2024-11-20</c:v>
              </c:pt>
              <c:pt idx="565">
                <c:v>2024-12-12</c:v>
              </c:pt>
              <c:pt idx="566">
                <c:v>2024-12-13</c:v>
              </c:pt>
              <c:pt idx="567">
                <c:v>2024-12-19</c:v>
              </c:pt>
              <c:pt idx="568">
                <c:v>2025-01-07</c:v>
              </c:pt>
              <c:pt idx="569">
                <c:v>2025-01-08</c:v>
              </c:pt>
              <c:pt idx="570">
                <c:v>2025-01-10</c:v>
              </c:pt>
              <c:pt idx="571">
                <c:v>2025-01-13</c:v>
              </c:pt>
              <c:pt idx="572">
                <c:v>2025-01-31</c:v>
              </c:pt>
              <c:pt idx="573">
                <c:v>2025-02-03</c:v>
              </c:pt>
              <c:pt idx="574">
                <c:v>2025-02-25</c:v>
              </c:pt>
              <c:pt idx="575">
                <c:v>2025-02-26</c:v>
              </c:pt>
              <c:pt idx="576">
                <c:v>2025-03-13</c:v>
              </c:pt>
              <c:pt idx="577">
                <c:v>2025-03-19</c:v>
              </c:pt>
              <c:pt idx="578">
                <c:v>2025-03-20</c:v>
              </c:pt>
              <c:pt idx="579">
                <c:v>2025-04-08</c:v>
              </c:pt>
              <c:pt idx="580">
                <c:v>2025-04-10</c:v>
              </c:pt>
              <c:pt idx="581">
                <c:v>2025-04-11</c:v>
              </c:pt>
              <c:pt idx="582">
                <c:v>2025-04-21</c:v>
              </c:pt>
              <c:pt idx="583">
                <c:v>2025-05-05</c:v>
              </c:pt>
              <c:pt idx="584">
                <c:v>2025-05-06</c:v>
              </c:pt>
              <c:pt idx="585">
                <c:v>2025-05-28</c:v>
              </c:pt>
              <c:pt idx="586">
                <c:v>2025-05-29</c:v>
              </c:pt>
              <c:pt idx="587">
                <c:v>2025-05-30</c:v>
              </c:pt>
              <c:pt idx="588">
                <c:v>2025-06-13</c:v>
              </c:pt>
              <c:pt idx="589">
                <c:v>2025-06-20</c:v>
              </c:pt>
              <c:pt idx="590">
                <c:v>2025-06-23</c:v>
              </c:pt>
              <c:pt idx="591">
                <c:v>2025-07-08</c:v>
              </c:pt>
              <c:pt idx="592">
                <c:v>2025-07-15</c:v>
              </c:pt>
              <c:pt idx="593">
                <c:v>2025-07-16</c:v>
              </c:pt>
              <c:pt idx="594">
                <c:v>2025-08-01</c:v>
              </c:pt>
              <c:pt idx="595">
                <c:v>2025-08-06</c:v>
              </c:pt>
              <c:pt idx="596">
                <c:v>2025-08-07</c:v>
              </c:pt>
              <c:pt idx="597">
                <c:v>2025-08-21</c:v>
              </c:pt>
              <c:pt idx="598">
                <c:v>2025-08-28</c:v>
              </c:pt>
              <c:pt idx="599">
                <c:v>2025-08-29</c:v>
              </c:pt>
              <c:pt idx="600">
                <c:v>2025-09-02</c:v>
              </c:pt>
              <c:pt idx="601">
                <c:v>2025-09-22</c:v>
              </c:pt>
              <c:pt idx="602">
                <c:v>2025-09-23</c:v>
              </c:pt>
              <c:pt idx="603">
                <c:v>2025-10-10</c:v>
              </c:pt>
              <c:pt idx="604">
                <c:v>2025-10-14</c:v>
              </c:pt>
              <c:pt idx="605">
                <c:v>2025-10-15</c:v>
              </c:pt>
              <c:pt idx="606">
                <c:v>2025-10-16</c:v>
              </c:pt>
              <c:pt idx="607">
                <c:v>2025-11-04</c:v>
              </c:pt>
              <c:pt idx="608">
                <c:v>2025-11-05</c:v>
              </c:pt>
              <c:pt idx="609">
                <c:v>2025-11-06</c:v>
              </c:pt>
              <c:pt idx="610">
                <c:v>2025-11-20</c:v>
              </c:pt>
              <c:pt idx="611">
                <c:v>2025-11-28</c:v>
              </c:pt>
              <c:pt idx="612">
                <c:v>2025-12-01</c:v>
              </c:pt>
              <c:pt idx="613">
                <c:v>2025-12-17</c:v>
              </c:pt>
              <c:pt idx="614">
                <c:v>2025-12-22</c:v>
              </c:pt>
              <c:pt idx="615">
                <c:v>2025-12-23</c:v>
              </c:pt>
              <c:pt idx="616">
                <c:v>2025-12-31</c:v>
              </c:pt>
              <c:pt idx="617">
                <c:v>2026-01-15</c:v>
              </c:pt>
              <c:pt idx="618">
                <c:v>2026-01-16</c:v>
              </c:pt>
              <c:pt idx="619">
                <c:v>2026-02-05</c:v>
              </c:pt>
              <c:pt idx="620">
                <c:v>2026-02-09</c:v>
              </c:pt>
              <c:pt idx="621">
                <c:v>2026-02-10</c:v>
              </c:pt>
              <c:pt idx="622">
                <c:v>2026-03-03</c:v>
              </c:pt>
              <c:pt idx="623">
                <c:v>2026-03-04</c:v>
              </c:pt>
              <c:pt idx="624">
                <c:v>2026-03-05</c:v>
              </c:pt>
              <c:pt idx="625">
                <c:v>2026-03-26</c:v>
              </c:pt>
              <c:pt idx="626">
                <c:v>2026-03-27</c:v>
              </c:pt>
              <c:pt idx="627">
                <c:v>2026-03-30</c:v>
              </c:pt>
              <c:pt idx="628">
                <c:v>2026-04-20</c:v>
              </c:pt>
              <c:pt idx="629">
                <c:v>2026-04-21</c:v>
              </c:pt>
              <c:pt idx="630">
                <c:v>2026-04-28</c:v>
              </c:pt>
              <c:pt idx="631">
                <c:v>2026-05-12</c:v>
              </c:pt>
              <c:pt idx="632">
                <c:v>2026-05-13</c:v>
              </c:pt>
              <c:pt idx="633">
                <c:v>2026-05-19</c:v>
              </c:pt>
              <c:pt idx="634">
                <c:v>2026-06-04</c:v>
              </c:pt>
              <c:pt idx="635">
                <c:v>2026-06-05</c:v>
              </c:pt>
              <c:pt idx="636">
                <c:v>2026-06-10</c:v>
              </c:pt>
              <c:pt idx="637">
                <c:v>2026-06-29</c:v>
              </c:pt>
              <c:pt idx="638">
                <c:v>2026-06-30</c:v>
              </c:pt>
              <c:pt idx="639">
                <c:v>2026-07-20</c:v>
              </c:pt>
              <c:pt idx="640">
                <c:v>2026-07-22</c:v>
              </c:pt>
              <c:pt idx="641">
                <c:v>2026-07-23</c:v>
              </c:pt>
              <c:pt idx="642">
                <c:v>2026-07-29</c:v>
              </c:pt>
              <c:pt idx="643">
                <c:v>2026-08-13</c:v>
              </c:pt>
              <c:pt idx="644">
                <c:v>2026-08-14</c:v>
              </c:pt>
              <c:pt idx="645">
                <c:v>2026-08-20</c:v>
              </c:pt>
              <c:pt idx="646">
                <c:v>2026-08-27</c:v>
              </c:pt>
            </c:strLit>
          </c:cat>
          <c:val>
            <c:numLit>
              <c:formatCode>0%</c:formatCode>
              <c:ptCount val="647"/>
              <c:pt idx="0">
                <c:v>0</c:v>
              </c:pt>
              <c:pt idx="1">
                <c:v>-0.00662457</c:v>
              </c:pt>
              <c:pt idx="2">
                <c:v>-0.00751658</c:v>
              </c:pt>
              <c:pt idx="3">
                <c:v>-0.00228011</c:v>
              </c:pt>
              <c:pt idx="4">
                <c:v>-0.01328838</c:v>
              </c:pt>
              <c:pt idx="5">
                <c:v>-0.00130378</c:v>
              </c:pt>
              <c:pt idx="6">
                <c:v>0</c:v>
              </c:pt>
              <c:pt idx="7">
                <c:v>-0.01902949</c:v>
              </c:pt>
              <c:pt idx="8">
                <c:v>-0.00167967</c:v>
              </c:pt>
              <c:pt idx="9">
                <c:v>-0.00113367</c:v>
              </c:pt>
              <c:pt idx="10">
                <c:v>-0.00793966</c:v>
              </c:pt>
              <c:pt idx="11">
                <c:v>-0.00451219</c:v>
              </c:pt>
              <c:pt idx="12">
                <c:v>-0.01005728</c:v>
              </c:pt>
              <c:pt idx="13">
                <c:v>-0.02537336</c:v>
              </c:pt>
              <c:pt idx="14">
                <c:v>-0.00278649</c:v>
              </c:pt>
              <c:pt idx="15">
                <c:v>0</c:v>
              </c:pt>
              <c:pt idx="16">
                <c:v>-0.00591532</c:v>
              </c:pt>
              <c:pt idx="17">
                <c:v>-0.00440332</c:v>
              </c:pt>
              <c:pt idx="18">
                <c:v>-0.00156899</c:v>
              </c:pt>
              <c:pt idx="19">
                <c:v>-0.0444989</c:v>
              </c:pt>
              <c:pt idx="20">
                <c:v>-0.04273905</c:v>
              </c:pt>
              <c:pt idx="21">
                <c:v>-0.02818109</c:v>
              </c:pt>
              <c:pt idx="22">
                <c:v>-0.06498736</c:v>
              </c:pt>
              <c:pt idx="23">
                <c:v>-0.02390999</c:v>
              </c:pt>
              <c:pt idx="24">
                <c:v>-0.02069745</c:v>
              </c:pt>
              <c:pt idx="25">
                <c:v>-0.00492199</c:v>
              </c:pt>
              <c:pt idx="26">
                <c:v>-0.00197076</c:v>
              </c:pt>
              <c:pt idx="27">
                <c:v>-0.02913748</c:v>
              </c:pt>
              <c:pt idx="28">
                <c:v>-0.02292018</c:v>
              </c:pt>
              <c:pt idx="29">
                <c:v>-0.02836199</c:v>
              </c:pt>
              <c:pt idx="30">
                <c:v>-0.03400455</c:v>
              </c:pt>
              <c:pt idx="31">
                <c:v>-0.00220827</c:v>
              </c:pt>
              <c:pt idx="32">
                <c:v>-0.00052922</c:v>
              </c:pt>
              <c:pt idx="33">
                <c:v>-0.01440873</c:v>
              </c:pt>
              <c:pt idx="34">
                <c:v>-0.00546548</c:v>
              </c:pt>
              <c:pt idx="35">
                <c:v>-0.01568411</c:v>
              </c:pt>
              <c:pt idx="36">
                <c:v>-0.0322113</c:v>
              </c:pt>
              <c:pt idx="37">
                <c:v>-0.034158</c:v>
              </c:pt>
              <c:pt idx="38">
                <c:v>-3.038E-05</c:v>
              </c:pt>
              <c:pt idx="39">
                <c:v>0</c:v>
              </c:pt>
              <c:pt idx="40">
                <c:v>-0.01837967</c:v>
              </c:pt>
              <c:pt idx="41">
                <c:v>-0.00929464</c:v>
              </c:pt>
              <c:pt idx="42">
                <c:v>-0.01250307</c:v>
              </c:pt>
              <c:pt idx="43">
                <c:v>-0.01756945</c:v>
              </c:pt>
              <c:pt idx="44">
                <c:v>-0.01752869</c:v>
              </c:pt>
              <c:pt idx="45">
                <c:v>-0.00505595</c:v>
              </c:pt>
              <c:pt idx="46">
                <c:v>-0.00241823</c:v>
              </c:pt>
              <c:pt idx="47">
                <c:v>-0.04103249</c:v>
              </c:pt>
              <c:pt idx="48">
                <c:v>-0.02428712</c:v>
              </c:pt>
              <c:pt idx="49">
                <c:v>-0.03116831</c:v>
              </c:pt>
              <c:pt idx="50">
                <c:v>-0.05377293</c:v>
              </c:pt>
              <c:pt idx="51">
                <c:v>0</c:v>
              </c:pt>
              <c:pt idx="52">
                <c:v>-0.00079833</c:v>
              </c:pt>
              <c:pt idx="53">
                <c:v>-0.02400823</c:v>
              </c:pt>
              <c:pt idx="54">
                <c:v>-0.00610724</c:v>
              </c:pt>
              <c:pt idx="55">
                <c:v>-0.01045908</c:v>
              </c:pt>
              <c:pt idx="56">
                <c:v>-0.04657072</c:v>
              </c:pt>
              <c:pt idx="57">
                <c:v>-0.02556987</c:v>
              </c:pt>
              <c:pt idx="58">
                <c:v>-0.05114808</c:v>
              </c:pt>
              <c:pt idx="59">
                <c:v>-0.06231394</c:v>
              </c:pt>
              <c:pt idx="60">
                <c:v>-0.02738554</c:v>
              </c:pt>
              <c:pt idx="61">
                <c:v>-0.02345685</c:v>
              </c:pt>
              <c:pt idx="62">
                <c:v>-0.03416031</c:v>
              </c:pt>
              <c:pt idx="63">
                <c:v>-0.03055407</c:v>
              </c:pt>
              <c:pt idx="64">
                <c:v>0</c:v>
              </c:pt>
              <c:pt idx="65">
                <c:v>-0.00153941</c:v>
              </c:pt>
              <c:pt idx="66">
                <c:v>-0.01175019</c:v>
              </c:pt>
              <c:pt idx="67">
                <c:v>-0.00123425</c:v>
              </c:pt>
              <c:pt idx="68">
                <c:v>-0.00098674</c:v>
              </c:pt>
              <c:pt idx="69">
                <c:v>-0.01430987</c:v>
              </c:pt>
              <c:pt idx="70">
                <c:v>-0.00767898</c:v>
              </c:pt>
              <c:pt idx="71">
                <c:v>-0.00339165</c:v>
              </c:pt>
              <c:pt idx="72">
                <c:v>-0.02953682</c:v>
              </c:pt>
              <c:pt idx="73">
                <c:v>-0.02319363</c:v>
              </c:pt>
              <c:pt idx="74">
                <c:v>-0.03116174</c:v>
              </c:pt>
              <c:pt idx="75">
                <c:v>-0.03609481</c:v>
              </c:pt>
              <c:pt idx="76">
                <c:v>0</c:v>
              </c:pt>
              <c:pt idx="77">
                <c:v>-0.00012192</c:v>
              </c:pt>
              <c:pt idx="78">
                <c:v>-0.01225693</c:v>
              </c:pt>
              <c:pt idx="79">
                <c:v>0</c:v>
              </c:pt>
              <c:pt idx="80">
                <c:v>-0.00033881</c:v>
              </c:pt>
              <c:pt idx="81">
                <c:v>-0.05740044</c:v>
              </c:pt>
              <c:pt idx="82">
                <c:v>-0.07270526</c:v>
              </c:pt>
              <c:pt idx="83">
                <c:v>-0.08058592</c:v>
              </c:pt>
              <c:pt idx="84">
                <c:v>0</c:v>
              </c:pt>
              <c:pt idx="85">
                <c:v>-0.00261503</c:v>
              </c:pt>
              <c:pt idx="86">
                <c:v>-0.00384734</c:v>
              </c:pt>
              <c:pt idx="87">
                <c:v>0</c:v>
              </c:pt>
              <c:pt idx="88">
                <c:v>0</c:v>
              </c:pt>
              <c:pt idx="89">
                <c:v>-0.05662118</c:v>
              </c:pt>
              <c:pt idx="90">
                <c:v>-0.01302258</c:v>
              </c:pt>
              <c:pt idx="91">
                <c:v>-0.00338676</c:v>
              </c:pt>
              <c:pt idx="92">
                <c:v>-0.045337</c:v>
              </c:pt>
              <c:pt idx="93">
                <c:v>-0.0353989</c:v>
              </c:pt>
              <c:pt idx="94">
                <c:v>-0.03642641</c:v>
              </c:pt>
              <c:pt idx="95">
                <c:v>-0.04506005</c:v>
              </c:pt>
              <c:pt idx="96">
                <c:v>0</c:v>
              </c:pt>
              <c:pt idx="97">
                <c:v>-0.00390809</c:v>
              </c:pt>
              <c:pt idx="98">
                <c:v>-0.00576717</c:v>
              </c:pt>
              <c:pt idx="99">
                <c:v>-0.00629549</c:v>
              </c:pt>
              <c:pt idx="100">
                <c:v>-0.00045701</c:v>
              </c:pt>
              <c:pt idx="101">
                <c:v>-0.00426272</c:v>
              </c:pt>
              <c:pt idx="102">
                <c:v>-0.04055249</c:v>
              </c:pt>
              <c:pt idx="103">
                <c:v>-0.01302834</c:v>
              </c:pt>
              <c:pt idx="104">
                <c:v>-0.02842157</c:v>
              </c:pt>
              <c:pt idx="105">
                <c:v>-0.03153625</c:v>
              </c:pt>
              <c:pt idx="106">
                <c:v>-0.00648206</c:v>
              </c:pt>
              <c:pt idx="107">
                <c:v>-0.01949453</c:v>
              </c:pt>
              <c:pt idx="108">
                <c:v>-0.03027897</c:v>
              </c:pt>
              <c:pt idx="109">
                <c:v>-0.01088882</c:v>
              </c:pt>
              <c:pt idx="110">
                <c:v>-0.01414788</c:v>
              </c:pt>
              <c:pt idx="111">
                <c:v>-0.0189126</c:v>
              </c:pt>
              <c:pt idx="112">
                <c:v>-0.01265589</c:v>
              </c:pt>
              <c:pt idx="113">
                <c:v>-0.00745819</c:v>
              </c:pt>
              <c:pt idx="114">
                <c:v>-0.00391577</c:v>
              </c:pt>
              <c:pt idx="115">
                <c:v>-0.02405584</c:v>
              </c:pt>
              <c:pt idx="116">
                <c:v>-0.00579746</c:v>
              </c:pt>
              <c:pt idx="117">
                <c:v>-0.00654846</c:v>
              </c:pt>
              <c:pt idx="118">
                <c:v>-0.03289127</c:v>
              </c:pt>
              <c:pt idx="119">
                <c:v>-0.02800479</c:v>
              </c:pt>
              <c:pt idx="120">
                <c:v>0</c:v>
              </c:pt>
              <c:pt idx="121">
                <c:v>0</c:v>
              </c:pt>
              <c:pt idx="122">
                <c:v>-0.02474475</c:v>
              </c:pt>
              <c:pt idx="123">
                <c:v>-0.00875337</c:v>
              </c:pt>
              <c:pt idx="124">
                <c:v>-0.01626601</c:v>
              </c:pt>
              <c:pt idx="125">
                <c:v>-0.10937598</c:v>
              </c:pt>
              <c:pt idx="126">
                <c:v>-0.09533153</c:v>
              </c:pt>
              <c:pt idx="127">
                <c:v>-0.07440557</c:v>
              </c:pt>
              <c:pt idx="128">
                <c:v>-0.08825428</c:v>
              </c:pt>
              <c:pt idx="129">
                <c:v>-0.07356896</c:v>
              </c:pt>
              <c:pt idx="130">
                <c:v>-0.08069938</c:v>
              </c:pt>
              <c:pt idx="131">
                <c:v>-0.10629764</c:v>
              </c:pt>
              <c:pt idx="132">
                <c:v>-0.10789231</c:v>
              </c:pt>
              <c:pt idx="133">
                <c:v>-0.03659284</c:v>
              </c:pt>
              <c:pt idx="134">
                <c:v>-0.03178026</c:v>
              </c:pt>
              <c:pt idx="135">
                <c:v>-0.04214869</c:v>
              </c:pt>
              <c:pt idx="136">
                <c:v>-0.01485313</c:v>
              </c:pt>
              <c:pt idx="137">
                <c:v>-0.01466392</c:v>
              </c:pt>
              <c:pt idx="138">
                <c:v>-0.0423201</c:v>
              </c:pt>
              <c:pt idx="139">
                <c:v>-0.00818388</c:v>
              </c:pt>
              <c:pt idx="140">
                <c:v>-0.02416483</c:v>
              </c:pt>
              <c:pt idx="141">
                <c:v>-0.04581535</c:v>
              </c:pt>
              <c:pt idx="142">
                <c:v>-0.02019128</c:v>
              </c:pt>
              <c:pt idx="143">
                <c:v>-0.02195966</c:v>
              </c:pt>
              <c:pt idx="144">
                <c:v>-0.11608774</c:v>
              </c:pt>
              <c:pt idx="145">
                <c:v>-0.11338384</c:v>
              </c:pt>
              <c:pt idx="146">
                <c:v>-0.15164482</c:v>
              </c:pt>
              <c:pt idx="147">
                <c:v>-0.13478074</c:v>
              </c:pt>
              <c:pt idx="148">
                <c:v>-0.06787764</c:v>
              </c:pt>
              <c:pt idx="149">
                <c:v>-0.07327132</c:v>
              </c:pt>
              <c:pt idx="150">
                <c:v>-0.0325471</c:v>
              </c:pt>
              <c:pt idx="151">
                <c:v>-0.03294849</c:v>
              </c:pt>
              <c:pt idx="152">
                <c:v>-0.03719623</c:v>
              </c:pt>
              <c:pt idx="153">
                <c:v>-0.04027314</c:v>
              </c:pt>
              <c:pt idx="154">
                <c:v>-0.03640343</c:v>
              </c:pt>
              <c:pt idx="155">
                <c:v>-0.04217604</c:v>
              </c:pt>
              <c:pt idx="156">
                <c:v>-0.05414572</c:v>
              </c:pt>
              <c:pt idx="157">
                <c:v>-0.05133501</c:v>
              </c:pt>
              <c:pt idx="158">
                <c:v>-0.04118149</c:v>
              </c:pt>
              <c:pt idx="159">
                <c:v>-0.05641439</c:v>
              </c:pt>
              <c:pt idx="160">
                <c:v>-0.01923055</c:v>
              </c:pt>
              <c:pt idx="161">
                <c:v>-0.01688493</c:v>
              </c:pt>
              <c:pt idx="162">
                <c:v>-0.0726393</c:v>
              </c:pt>
              <c:pt idx="163">
                <c:v>-0.04041259</c:v>
              </c:pt>
              <c:pt idx="164">
                <c:v>-0.02826999</c:v>
              </c:pt>
              <c:pt idx="165">
                <c:v>-0.02684703</c:v>
              </c:pt>
              <c:pt idx="166">
                <c:v>0</c:v>
              </c:pt>
              <c:pt idx="167">
                <c:v>-0.00062801</c:v>
              </c:pt>
              <c:pt idx="168">
                <c:v>-0.0064381</c:v>
              </c:pt>
              <c:pt idx="169">
                <c:v>0</c:v>
              </c:pt>
              <c:pt idx="170">
                <c:v>-0.00664338</c:v>
              </c:pt>
              <c:pt idx="171">
                <c:v>-0.01000433</c:v>
              </c:pt>
              <c:pt idx="172">
                <c:v>-0.01126057</c:v>
              </c:pt>
              <c:pt idx="173">
                <c:v>-0.00070194</c:v>
              </c:pt>
              <c:pt idx="174">
                <c:v>-0.00533143</c:v>
              </c:pt>
              <c:pt idx="175">
                <c:v>-0.03265958</c:v>
              </c:pt>
              <c:pt idx="176">
                <c:v>-0.02202101</c:v>
              </c:pt>
              <c:pt idx="177">
                <c:v>-0.01480895</c:v>
              </c:pt>
              <c:pt idx="178">
                <c:v>-0.00977059</c:v>
              </c:pt>
              <c:pt idx="179">
                <c:v>-0.02963575</c:v>
              </c:pt>
              <c:pt idx="180">
                <c:v>-0.02934934</c:v>
              </c:pt>
              <c:pt idx="181">
                <c:v>-0.02107713</c:v>
              </c:pt>
              <c:pt idx="182">
                <c:v>-0.01311541</c:v>
              </c:pt>
              <c:pt idx="183">
                <c:v>-0.04417862</c:v>
              </c:pt>
              <c:pt idx="184">
                <c:v>-0.04360778</c:v>
              </c:pt>
              <c:pt idx="185">
                <c:v>-0.03284971</c:v>
              </c:pt>
              <c:pt idx="186">
                <c:v>-0.03358793</c:v>
              </c:pt>
              <c:pt idx="187">
                <c:v>-0.01014987</c:v>
              </c:pt>
              <c:pt idx="188">
                <c:v>-0.00856549</c:v>
              </c:pt>
              <c:pt idx="189">
                <c:v>-0.01376622</c:v>
              </c:pt>
              <c:pt idx="190">
                <c:v>-0.00746999</c:v>
              </c:pt>
              <c:pt idx="191">
                <c:v>-0.00317978</c:v>
              </c:pt>
              <c:pt idx="192">
                <c:v>0</c:v>
              </c:pt>
              <c:pt idx="193">
                <c:v>0</c:v>
              </c:pt>
              <c:pt idx="194">
                <c:v>-0.00854811</c:v>
              </c:pt>
              <c:pt idx="195">
                <c:v>-0.00623071</c:v>
              </c:pt>
              <c:pt idx="196">
                <c:v>0</c:v>
              </c:pt>
              <c:pt idx="197">
                <c:v>0</c:v>
              </c:pt>
              <c:pt idx="198">
                <c:v>-0.01483964</c:v>
              </c:pt>
              <c:pt idx="199">
                <c:v>-0.0090945</c:v>
              </c:pt>
              <c:pt idx="200">
                <c:v>-0.0140128</c:v>
              </c:pt>
              <c:pt idx="201">
                <c:v>-0.02485403</c:v>
              </c:pt>
              <c:pt idx="202">
                <c:v>-0.02391927</c:v>
              </c:pt>
              <c:pt idx="203">
                <c:v>-0.00932579</c:v>
              </c:pt>
              <c:pt idx="204">
                <c:v>-0.01266755</c:v>
              </c:pt>
              <c:pt idx="205">
                <c:v>-0.02582955</c:v>
              </c:pt>
              <c:pt idx="206">
                <c:v>0</c:v>
              </c:pt>
              <c:pt idx="207">
                <c:v>0</c:v>
              </c:pt>
              <c:pt idx="208">
                <c:v>-0.02415738</c:v>
              </c:pt>
              <c:pt idx="209">
                <c:v>-0.01190093</c:v>
              </c:pt>
              <c:pt idx="210">
                <c:v>-0.00636032</c:v>
              </c:pt>
              <c:pt idx="211">
                <c:v>-0.00457517</c:v>
              </c:pt>
              <c:pt idx="212">
                <c:v>-0.01538736</c:v>
              </c:pt>
              <c:pt idx="213">
                <c:v>-0.00869202</c:v>
              </c:pt>
              <c:pt idx="214">
                <c:v>-0.01148477</c:v>
              </c:pt>
              <c:pt idx="215">
                <c:v>-0.02216211</c:v>
              </c:pt>
              <c:pt idx="216">
                <c:v>-0.01261382</c:v>
              </c:pt>
              <c:pt idx="217">
                <c:v>-0.00588095</c:v>
              </c:pt>
              <c:pt idx="218">
                <c:v>-0.00791319</c:v>
              </c:pt>
              <c:pt idx="219">
                <c:v>-0.0297311</c:v>
              </c:pt>
              <c:pt idx="220">
                <c:v>-0.0313489</c:v>
              </c:pt>
              <c:pt idx="221">
                <c:v>-0.01922886</c:v>
              </c:pt>
              <c:pt idx="222">
                <c:v>-0.0242652</c:v>
              </c:pt>
              <c:pt idx="223">
                <c:v>-0.00384581</c:v>
              </c:pt>
              <c:pt idx="224">
                <c:v>-0.00686519</c:v>
              </c:pt>
              <c:pt idx="225">
                <c:v>-0.01047238</c:v>
              </c:pt>
              <c:pt idx="226">
                <c:v>0</c:v>
              </c:pt>
              <c:pt idx="227">
                <c:v>0</c:v>
              </c:pt>
              <c:pt idx="228">
                <c:v>-0.00722733</c:v>
              </c:pt>
              <c:pt idx="229">
                <c:v>0</c:v>
              </c:pt>
              <c:pt idx="230">
                <c:v>-0.00029638</c:v>
              </c:pt>
              <c:pt idx="231">
                <c:v>-0.01126636</c:v>
              </c:pt>
              <c:pt idx="232">
                <c:v>-0.00279217</c:v>
              </c:pt>
              <c:pt idx="233">
                <c:v>0</c:v>
              </c:pt>
              <c:pt idx="234">
                <c:v>-0.01338173</c:v>
              </c:pt>
              <c:pt idx="235">
                <c:v>-0.00110971</c:v>
              </c:pt>
              <c:pt idx="236">
                <c:v>-0.00261699</c:v>
              </c:pt>
              <c:pt idx="237">
                <c:v>-0.01715753</c:v>
              </c:pt>
              <c:pt idx="238">
                <c:v>0</c:v>
              </c:pt>
              <c:pt idx="239">
                <c:v>0</c:v>
              </c:pt>
              <c:pt idx="240">
                <c:v>-0.01592323</c:v>
              </c:pt>
              <c:pt idx="241">
                <c:v>-0.01451566</c:v>
              </c:pt>
              <c:pt idx="242">
                <c:v>-0.01882156</c:v>
              </c:pt>
              <c:pt idx="243">
                <c:v>-0.09891798</c:v>
              </c:pt>
              <c:pt idx="244">
                <c:v>-0.02373697</c:v>
              </c:pt>
              <c:pt idx="245">
                <c:v>-0.0131555</c:v>
              </c:pt>
              <c:pt idx="246">
                <c:v>-0.04635579</c:v>
              </c:pt>
              <c:pt idx="247">
                <c:v>-0.02768253</c:v>
              </c:pt>
              <c:pt idx="248">
                <c:v>-0.02667897</c:v>
              </c:pt>
              <c:pt idx="249">
                <c:v>-0.07964414</c:v>
              </c:pt>
              <c:pt idx="250">
                <c:v>-0.05908634</c:v>
              </c:pt>
              <c:pt idx="251">
                <c:v>-0.04822482</c:v>
              </c:pt>
              <c:pt idx="252">
                <c:v>-0.06526532</c:v>
              </c:pt>
              <c:pt idx="253">
                <c:v>-0.05863804</c:v>
              </c:pt>
              <c:pt idx="254">
                <c:v>-0.04305109</c:v>
              </c:pt>
              <c:pt idx="255">
                <c:v>-0.0172092</c:v>
              </c:pt>
              <c:pt idx="256">
                <c:v>-0.02850888</c:v>
              </c:pt>
              <c:pt idx="257">
                <c:v>-0.01010153</c:v>
              </c:pt>
              <c:pt idx="258">
                <c:v>-0.00715902</c:v>
              </c:pt>
              <c:pt idx="259">
                <c:v>-0.04252165</c:v>
              </c:pt>
              <c:pt idx="260">
                <c:v>0</c:v>
              </c:pt>
              <c:pt idx="261">
                <c:v>-0.00057231</c:v>
              </c:pt>
              <c:pt idx="262">
                <c:v>-0.00057741</c:v>
              </c:pt>
              <c:pt idx="263">
                <c:v>-0.02877387</c:v>
              </c:pt>
              <c:pt idx="264">
                <c:v>-0.01161072</c:v>
              </c:pt>
              <c:pt idx="265">
                <c:v>-0.00583549</c:v>
              </c:pt>
              <c:pt idx="266">
                <c:v>-0.0161727</c:v>
              </c:pt>
              <c:pt idx="267">
                <c:v>0</c:v>
              </c:pt>
              <c:pt idx="268">
                <c:v>0</c:v>
              </c:pt>
              <c:pt idx="269">
                <c:v>-0.02355226</c:v>
              </c:pt>
              <c:pt idx="270">
                <c:v>-0.01341111</c:v>
              </c:pt>
              <c:pt idx="271">
                <c:v>-0.00347249</c:v>
              </c:pt>
              <c:pt idx="272">
                <c:v>-0.08685185</c:v>
              </c:pt>
              <c:pt idx="273">
                <c:v>-0.06643904</c:v>
              </c:pt>
              <c:pt idx="274">
                <c:v>-0.11879661</c:v>
              </c:pt>
              <c:pt idx="275">
                <c:v>-0.08506001</c:v>
              </c:pt>
              <c:pt idx="276">
                <c:v>-0.08356642</c:v>
              </c:pt>
              <c:pt idx="277">
                <c:v>-0.13947487</c:v>
              </c:pt>
              <c:pt idx="278">
                <c:v>-0.11911963</c:v>
              </c:pt>
              <c:pt idx="279">
                <c:v>-0.09296107</c:v>
              </c:pt>
              <c:pt idx="280">
                <c:v>-0.18762205</c:v>
              </c:pt>
              <c:pt idx="281">
                <c:v>-0.20879736</c:v>
              </c:pt>
              <c:pt idx="282">
                <c:v>-0.22993448</c:v>
              </c:pt>
              <c:pt idx="283">
                <c:v>-0.12770928</c:v>
              </c:pt>
              <c:pt idx="284">
                <c:v>-0.12816988</c:v>
              </c:pt>
              <c:pt idx="285">
                <c:v>-0.09084827</c:v>
              </c:pt>
              <c:pt idx="286">
                <c:v>-0.08902546</c:v>
              </c:pt>
              <c:pt idx="287">
                <c:v>-0.08931099</c:v>
              </c:pt>
              <c:pt idx="288">
                <c:v>-0.05696843</c:v>
              </c:pt>
              <c:pt idx="289">
                <c:v>-0.05689024</c:v>
              </c:pt>
              <c:pt idx="290">
                <c:v>-0.07606524</c:v>
              </c:pt>
              <c:pt idx="291">
                <c:v>-0.03129438</c:v>
              </c:pt>
              <c:pt idx="292">
                <c:v>-0.03680342</c:v>
              </c:pt>
              <c:pt idx="293">
                <c:v>-0.00160419</c:v>
              </c:pt>
              <c:pt idx="294">
                <c:v>-0.00027903</c:v>
              </c:pt>
              <c:pt idx="295">
                <c:v>-0.02666433</c:v>
              </c:pt>
              <c:pt idx="296">
                <c:v>-0.02109301</c:v>
              </c:pt>
              <c:pt idx="297">
                <c:v>-0.04075474</c:v>
              </c:pt>
              <c:pt idx="298">
                <c:v>-0.06307326</c:v>
              </c:pt>
              <c:pt idx="299">
                <c:v>-0.04625415</c:v>
              </c:pt>
              <c:pt idx="300">
                <c:v>-0.03613795</c:v>
              </c:pt>
              <c:pt idx="301">
                <c:v>-0.01644528</c:v>
              </c:pt>
              <c:pt idx="302">
                <c:v>-0.0128719</c:v>
              </c:pt>
              <c:pt idx="303">
                <c:v>-0.01109387</c:v>
              </c:pt>
              <c:pt idx="304">
                <c:v>-0.00881144</c:v>
              </c:pt>
              <c:pt idx="305">
                <c:v>-0.05274577</c:v>
              </c:pt>
              <c:pt idx="306">
                <c:v>-0.03317039</c:v>
              </c:pt>
              <c:pt idx="307">
                <c:v>-0.01854776</c:v>
              </c:pt>
              <c:pt idx="308">
                <c:v>-0.04173364</c:v>
              </c:pt>
              <c:pt idx="309">
                <c:v>-0.00803799</c:v>
              </c:pt>
              <c:pt idx="310">
                <c:v>-0.00013632</c:v>
              </c:pt>
              <c:pt idx="311">
                <c:v>-0.00982999</c:v>
              </c:pt>
              <c:pt idx="312">
                <c:v>-0.0060535</c:v>
              </c:pt>
              <c:pt idx="313">
                <c:v>-0.01373594</c:v>
              </c:pt>
              <c:pt idx="314">
                <c:v>-0.02952449</c:v>
              </c:pt>
              <c:pt idx="315">
                <c:v>-0.0056194</c:v>
              </c:pt>
              <c:pt idx="316">
                <c:v>0</c:v>
              </c:pt>
              <c:pt idx="317">
                <c:v>-0.00554336</c:v>
              </c:pt>
              <c:pt idx="318">
                <c:v>-0.00084965</c:v>
              </c:pt>
              <c:pt idx="319">
                <c:v>0</c:v>
              </c:pt>
              <c:pt idx="320">
                <c:v>-0.02492042</c:v>
              </c:pt>
              <c:pt idx="321">
                <c:v>-0.01980888</c:v>
              </c:pt>
              <c:pt idx="322">
                <c:v>-0.01811477</c:v>
              </c:pt>
              <c:pt idx="323">
                <c:v>0</c:v>
              </c:pt>
              <c:pt idx="324">
                <c:v>-0.005358</c:v>
              </c:pt>
              <c:pt idx="325">
                <c:v>-0.00761463</c:v>
              </c:pt>
              <c:pt idx="326">
                <c:v>-0.00159112</c:v>
              </c:pt>
              <c:pt idx="327">
                <c:v>0</c:v>
              </c:pt>
              <c:pt idx="328">
                <c:v>-0.02789081</c:v>
              </c:pt>
              <c:pt idx="329">
                <c:v>-0.02540084</c:v>
              </c:pt>
              <c:pt idx="330">
                <c:v>0</c:v>
              </c:pt>
              <c:pt idx="331">
                <c:v>0</c:v>
              </c:pt>
              <c:pt idx="332">
                <c:v>-0.15642744</c:v>
              </c:pt>
              <c:pt idx="333">
                <c:v>-0.11898117</c:v>
              </c:pt>
              <c:pt idx="334">
                <c:v>-0.28985212</c:v>
              </c:pt>
              <c:pt idx="335">
                <c:v>-0.19159767</c:v>
              </c:pt>
              <c:pt idx="336">
                <c:v>-0.22542044</c:v>
              </c:pt>
              <c:pt idx="337">
                <c:v>-0.12220387</c:v>
              </c:pt>
              <c:pt idx="338">
                <c:v>-0.109655</c:v>
              </c:pt>
              <c:pt idx="339">
                <c:v>-0.12024632</c:v>
              </c:pt>
              <c:pt idx="340">
                <c:v>-0.10545805</c:v>
              </c:pt>
              <c:pt idx="341">
                <c:v>-0.0941419</c:v>
              </c:pt>
              <c:pt idx="342">
                <c:v>-0.07354452</c:v>
              </c:pt>
              <c:pt idx="343">
                <c:v>-0.08053976</c:v>
              </c:pt>
              <c:pt idx="344">
                <c:v>-0.01085042</c:v>
              </c:pt>
              <c:pt idx="345">
                <c:v>-0.00857006</c:v>
              </c:pt>
              <c:pt idx="346">
                <c:v>-0.06511533</c:v>
              </c:pt>
              <c:pt idx="347">
                <c:v>-0.01312681</c:v>
              </c:pt>
              <c:pt idx="348">
                <c:v>-0.0072714</c:v>
              </c:pt>
              <c:pt idx="349">
                <c:v>-0.0267412</c:v>
              </c:pt>
              <c:pt idx="350">
                <c:v>-0.01579509</c:v>
              </c:pt>
              <c:pt idx="351">
                <c:v>-0.02451259</c:v>
              </c:pt>
              <c:pt idx="352">
                <c:v>-0.02502673</c:v>
              </c:pt>
              <c:pt idx="353">
                <c:v>0</c:v>
              </c:pt>
              <c:pt idx="354">
                <c:v>0</c:v>
              </c:pt>
              <c:pt idx="355">
                <c:v>-0.08497369</c:v>
              </c:pt>
              <c:pt idx="356">
                <c:v>-0.06209513</c:v>
              </c:pt>
              <c:pt idx="357">
                <c:v>-0.08000412</c:v>
              </c:pt>
              <c:pt idx="358">
                <c:v>-0.10343082</c:v>
              </c:pt>
              <c:pt idx="359">
                <c:v>-0.05114066</c:v>
              </c:pt>
              <c:pt idx="360">
                <c:v>-0.06767622</c:v>
              </c:pt>
              <c:pt idx="361">
                <c:v>-0.03680776</c:v>
              </c:pt>
              <c:pt idx="362">
                <c:v>-0.0513624</c:v>
              </c:pt>
              <c:pt idx="363">
                <c:v>-0.08992551</c:v>
              </c:pt>
              <c:pt idx="364">
                <c:v>-0.00425476</c:v>
              </c:pt>
              <c:pt idx="365">
                <c:v>-0.00900509</c:v>
              </c:pt>
              <c:pt idx="366">
                <c:v>-0.02075378</c:v>
              </c:pt>
              <c:pt idx="367">
                <c:v>-0.02114312</c:v>
              </c:pt>
              <c:pt idx="368">
                <c:v>-0.01529381</c:v>
              </c:pt>
              <c:pt idx="369">
                <c:v>-0.01351528</c:v>
              </c:pt>
              <c:pt idx="370">
                <c:v>-0.01638328</c:v>
              </c:pt>
              <c:pt idx="371">
                <c:v>-0.01322763</c:v>
              </c:pt>
              <c:pt idx="372">
                <c:v>-0.0119359</c:v>
              </c:pt>
              <c:pt idx="373">
                <c:v>-0.00437086</c:v>
              </c:pt>
              <c:pt idx="374">
                <c:v>-0.02729688</c:v>
              </c:pt>
              <c:pt idx="375">
                <c:v>-0.02090226</c:v>
              </c:pt>
              <c:pt idx="376">
                <c:v>-0.04024869</c:v>
              </c:pt>
              <c:pt idx="377">
                <c:v>-0.01591717</c:v>
              </c:pt>
              <c:pt idx="378">
                <c:v>-0.03619323</c:v>
              </c:pt>
              <c:pt idx="379">
                <c:v>-0.08598871</c:v>
              </c:pt>
              <c:pt idx="380">
                <c:v>-0.08693851</c:v>
              </c:pt>
              <c:pt idx="381">
                <c:v>-0.03330291</c:v>
              </c:pt>
              <c:pt idx="382">
                <c:v>-0.03253416</c:v>
              </c:pt>
              <c:pt idx="383">
                <c:v>-0.05598027</c:v>
              </c:pt>
              <c:pt idx="384">
                <c:v>-0.00128289</c:v>
              </c:pt>
              <c:pt idx="385">
                <c:v>0</c:v>
              </c:pt>
              <c:pt idx="386">
                <c:v>-0.0173467</c:v>
              </c:pt>
              <c:pt idx="387">
                <c:v>-0.01890623</c:v>
              </c:pt>
              <c:pt idx="388">
                <c:v>-0.00355404</c:v>
              </c:pt>
              <c:pt idx="389">
                <c:v>-0.01021619</c:v>
              </c:pt>
              <c:pt idx="390">
                <c:v>-0.05486167</c:v>
              </c:pt>
              <c:pt idx="391">
                <c:v>-0.03355084</c:v>
              </c:pt>
              <c:pt idx="392">
                <c:v>-0.0213873</c:v>
              </c:pt>
              <c:pt idx="393">
                <c:v>-0.02208731</c:v>
              </c:pt>
              <c:pt idx="394">
                <c:v>-0.02288568</c:v>
              </c:pt>
              <c:pt idx="395">
                <c:v>-0.00842145</c:v>
              </c:pt>
              <c:pt idx="396">
                <c:v>-0.01445598</c:v>
              </c:pt>
              <c:pt idx="397">
                <c:v>-0.02219024</c:v>
              </c:pt>
              <c:pt idx="398">
                <c:v>-0.01095325</c:v>
              </c:pt>
              <c:pt idx="399">
                <c:v>0</c:v>
              </c:pt>
              <c:pt idx="400">
                <c:v>-0.03358004</c:v>
              </c:pt>
              <c:pt idx="401">
                <c:v>-0.00355204</c:v>
              </c:pt>
              <c:pt idx="402">
                <c:v>-0.00665079</c:v>
              </c:pt>
              <c:pt idx="403">
                <c:v>-0.02034036</c:v>
              </c:pt>
              <c:pt idx="404">
                <c:v>-0.02142776</c:v>
              </c:pt>
              <c:pt idx="405">
                <c:v>-0.00120569</c:v>
              </c:pt>
              <c:pt idx="406">
                <c:v>0</c:v>
              </c:pt>
              <c:pt idx="407">
                <c:v>-0.01867809</c:v>
              </c:pt>
              <c:pt idx="408">
                <c:v>-0.00551996</c:v>
              </c:pt>
              <c:pt idx="409">
                <c:v>-0.00870762</c:v>
              </c:pt>
              <c:pt idx="410">
                <c:v>-0.03927682</c:v>
              </c:pt>
              <c:pt idx="411">
                <c:v>-0.02541406</c:v>
              </c:pt>
              <c:pt idx="412">
                <c:v>-0.00250754</c:v>
              </c:pt>
              <c:pt idx="413">
                <c:v>0</c:v>
              </c:pt>
              <c:pt idx="414">
                <c:v>-0.01008938</c:v>
              </c:pt>
              <c:pt idx="415">
                <c:v>0</c:v>
              </c:pt>
              <c:pt idx="416">
                <c:v>0</c:v>
              </c:pt>
              <c:pt idx="417">
                <c:v>-0.01624379</c:v>
              </c:pt>
              <c:pt idx="418">
                <c:v>-0.01133775</c:v>
              </c:pt>
              <c:pt idx="419">
                <c:v>-0.00599774</c:v>
              </c:pt>
              <c:pt idx="420">
                <c:v>-0.0499766</c:v>
              </c:pt>
              <c:pt idx="421">
                <c:v>-0.0196558</c:v>
              </c:pt>
              <c:pt idx="422">
                <c:v>-0.02756233</c:v>
              </c:pt>
              <c:pt idx="423">
                <c:v>-0.05161068</c:v>
              </c:pt>
              <c:pt idx="424">
                <c:v>-0.01271295</c:v>
              </c:pt>
              <c:pt idx="425">
                <c:v>-0.01543222</c:v>
              </c:pt>
              <c:pt idx="426">
                <c:v>-0.07437059</c:v>
              </c:pt>
              <c:pt idx="427">
                <c:v>-0.02680534</c:v>
              </c:pt>
              <c:pt idx="428">
                <c:v>-0.02026741</c:v>
              </c:pt>
              <c:pt idx="429">
                <c:v>-0.09203043</c:v>
              </c:pt>
              <c:pt idx="430">
                <c:v>-0.07852507</c:v>
              </c:pt>
              <c:pt idx="431">
                <c:v>-0.05862236</c:v>
              </c:pt>
              <c:pt idx="432">
                <c:v>-0.09307311</c:v>
              </c:pt>
              <c:pt idx="433">
                <c:v>-0.10061895</c:v>
              </c:pt>
              <c:pt idx="434">
                <c:v>-0.03048823</c:v>
              </c:pt>
              <c:pt idx="435">
                <c:v>-0.03123514</c:v>
              </c:pt>
              <c:pt idx="436">
                <c:v>-0.05724166</c:v>
              </c:pt>
              <c:pt idx="437">
                <c:v>-0.05889671</c:v>
              </c:pt>
              <c:pt idx="438">
                <c:v>-0.12013788</c:v>
              </c:pt>
              <c:pt idx="439">
                <c:v>-0.06956687</c:v>
              </c:pt>
              <c:pt idx="440">
                <c:v>-0.11165736</c:v>
              </c:pt>
              <c:pt idx="441">
                <c:v>-0.1701819</c:v>
              </c:pt>
              <c:pt idx="442">
                <c:v>-0.17276106</c:v>
              </c:pt>
              <c:pt idx="443">
                <c:v>-0.13438013</c:v>
              </c:pt>
              <c:pt idx="444">
                <c:v>-0.10809566</c:v>
              </c:pt>
              <c:pt idx="445">
                <c:v>-0.20957533</c:v>
              </c:pt>
              <c:pt idx="446">
                <c:v>-0.18142933</c:v>
              </c:pt>
              <c:pt idx="447">
                <c:v>-0.18091321</c:v>
              </c:pt>
              <c:pt idx="448">
                <c:v>-0.16066268</c:v>
              </c:pt>
              <c:pt idx="449">
                <c:v>-0.14806634</c:v>
              </c:pt>
              <c:pt idx="450">
                <c:v>-0.15458802</c:v>
              </c:pt>
              <c:pt idx="451">
                <c:v>-0.05330971</c:v>
              </c:pt>
              <c:pt idx="452">
                <c:v>-0.05416906</c:v>
              </c:pt>
              <c:pt idx="453">
                <c:v>-0.05605545</c:v>
              </c:pt>
              <c:pt idx="454">
                <c:v>-0.05601346</c:v>
              </c:pt>
              <c:pt idx="455">
                <c:v>-0.06970766</c:v>
              </c:pt>
              <c:pt idx="456">
                <c:v>-0.11404392</c:v>
              </c:pt>
              <c:pt idx="457">
                <c:v>-0.12072817</c:v>
              </c:pt>
              <c:pt idx="458">
                <c:v>-0.17043423</c:v>
              </c:pt>
              <c:pt idx="459">
                <c:v>-0.1688931</c:v>
              </c:pt>
              <c:pt idx="460">
                <c:v>-0.14762021</c:v>
              </c:pt>
              <c:pt idx="461">
                <c:v>-0.17050209</c:v>
              </c:pt>
              <c:pt idx="462">
                <c:v>-0.12483858</c:v>
              </c:pt>
              <c:pt idx="463">
                <c:v>-0.1190029</c:v>
              </c:pt>
              <c:pt idx="464">
                <c:v>-0.13459039</c:v>
              </c:pt>
              <c:pt idx="465">
                <c:v>-0.08656519</c:v>
              </c:pt>
              <c:pt idx="466">
                <c:v>-0.05800864</c:v>
              </c:pt>
              <c:pt idx="467">
                <c:v>-0.11408952</c:v>
              </c:pt>
              <c:pt idx="468">
                <c:v>-0.09953407</c:v>
              </c:pt>
              <c:pt idx="469">
                <c:v>-0.1150727</c:v>
              </c:pt>
              <c:pt idx="470">
                <c:v>-0.12221522</c:v>
              </c:pt>
              <c:pt idx="471">
                <c:v>-0.12396508</c:v>
              </c:pt>
              <c:pt idx="472">
                <c:v>-0.0780544</c:v>
              </c:pt>
              <c:pt idx="473">
                <c:v>-0.09461312</c:v>
              </c:pt>
              <c:pt idx="474">
                <c:v>-0.10005242</c:v>
              </c:pt>
              <c:pt idx="475">
                <c:v>-0.0557356</c:v>
              </c:pt>
              <c:pt idx="476">
                <c:v>-0.06477965</c:v>
              </c:pt>
              <c:pt idx="477">
                <c:v>-0.09447008</c:v>
              </c:pt>
              <c:pt idx="478">
                <c:v>-0.0698398</c:v>
              </c:pt>
              <c:pt idx="479">
                <c:v>-0.06856974</c:v>
              </c:pt>
              <c:pt idx="480">
                <c:v>-0.10426623</c:v>
              </c:pt>
              <c:pt idx="481">
                <c:v>-0.10087058</c:v>
              </c:pt>
              <c:pt idx="482">
                <c:v>-0.06642638</c:v>
              </c:pt>
              <c:pt idx="483">
                <c:v>-0.06605277</c:v>
              </c:pt>
              <c:pt idx="484">
                <c:v>-0.02546204</c:v>
              </c:pt>
              <c:pt idx="485">
                <c:v>-0.03132551</c:v>
              </c:pt>
              <c:pt idx="486">
                <c:v>-0.04649245</c:v>
              </c:pt>
              <c:pt idx="487">
                <c:v>-0.04843677</c:v>
              </c:pt>
              <c:pt idx="488">
                <c:v>-0.03384041</c:v>
              </c:pt>
              <c:pt idx="489">
                <c:v>-0.03545701</c:v>
              </c:pt>
              <c:pt idx="490">
                <c:v>-0.0383619</c:v>
              </c:pt>
              <c:pt idx="491">
                <c:v>-0.00124169</c:v>
              </c:pt>
              <c:pt idx="492">
                <c:v>-0.00035163</c:v>
              </c:pt>
              <c:pt idx="493">
                <c:v>-0.00242117</c:v>
              </c:pt>
              <c:pt idx="494">
                <c:v>-0.02178583</c:v>
              </c:pt>
              <c:pt idx="495">
                <c:v>-0.00933593</c:v>
              </c:pt>
              <c:pt idx="496">
                <c:v>-0.00576805</c:v>
              </c:pt>
              <c:pt idx="497">
                <c:v>-0.01200123</c:v>
              </c:pt>
              <c:pt idx="498">
                <c:v>-0.00911155</c:v>
              </c:pt>
              <c:pt idx="499">
                <c:v>-0.00364305</c:v>
              </c:pt>
              <c:pt idx="500">
                <c:v>-0.02480348</c:v>
              </c:pt>
              <c:pt idx="501">
                <c:v>-0.02431588</c:v>
              </c:pt>
              <c:pt idx="502">
                <c:v>-0.01960156</c:v>
              </c:pt>
              <c:pt idx="503">
                <c:v>-0.03390056</c:v>
              </c:pt>
              <c:pt idx="504">
                <c:v>-0.04609407</c:v>
              </c:pt>
              <c:pt idx="505">
                <c:v>-0.0461621</c:v>
              </c:pt>
              <c:pt idx="506">
                <c:v>-0.01458497</c:v>
              </c:pt>
              <c:pt idx="507">
                <c:v>-0.01971843</c:v>
              </c:pt>
              <c:pt idx="508">
                <c:v>-0.05829696</c:v>
              </c:pt>
              <c:pt idx="509">
                <c:v>-0.04555781</c:v>
              </c:pt>
              <c:pt idx="510">
                <c:v>-0.04968433</c:v>
              </c:pt>
              <c:pt idx="511">
                <c:v>-0.07583022</c:v>
              </c:pt>
              <c:pt idx="512">
                <c:v>-0.07667223</c:v>
              </c:pt>
              <c:pt idx="513">
                <c:v>-0.09648333</c:v>
              </c:pt>
              <c:pt idx="514">
                <c:v>-0.09486262</c:v>
              </c:pt>
              <c:pt idx="515">
                <c:v>-0.02338572</c:v>
              </c:pt>
              <c:pt idx="516">
                <c:v>-0.00317624</c:v>
              </c:pt>
              <c:pt idx="517">
                <c:v>-0.01335471</c:v>
              </c:pt>
              <c:pt idx="518">
                <c:v>-0.00297769</c:v>
              </c:pt>
              <c:pt idx="519">
                <c:v>-0.01568499</c:v>
              </c:pt>
              <c:pt idx="520">
                <c:v>-0.00477241</c:v>
              </c:pt>
              <c:pt idx="521">
                <c:v>-0.02073815</c:v>
              </c:pt>
              <c:pt idx="522">
                <c:v>-0.03790085</c:v>
              </c:pt>
              <c:pt idx="523">
                <c:v>0</c:v>
              </c:pt>
              <c:pt idx="524">
                <c:v>0</c:v>
              </c:pt>
              <c:pt idx="525">
                <c:v>-0.02307076</c:v>
              </c:pt>
              <c:pt idx="526">
                <c:v>-0.00295512</c:v>
              </c:pt>
              <c:pt idx="527">
                <c:v>-0.01097868</c:v>
              </c:pt>
              <c:pt idx="528">
                <c:v>-0.01988529</c:v>
              </c:pt>
              <c:pt idx="529">
                <c:v>-0.01349077</c:v>
              </c:pt>
              <c:pt idx="530">
                <c:v>-0.00196591</c:v>
              </c:pt>
              <c:pt idx="531">
                <c:v>-0.01521713</c:v>
              </c:pt>
              <c:pt idx="532">
                <c:v>-0.00287231</c:v>
              </c:pt>
              <c:pt idx="533">
                <c:v>-0.01493982</c:v>
              </c:pt>
              <c:pt idx="534">
                <c:v>-0.06010933</c:v>
              </c:pt>
              <c:pt idx="535">
                <c:v>-0.03876135</c:v>
              </c:pt>
              <c:pt idx="536">
                <c:v>-0.02836234</c:v>
              </c:pt>
              <c:pt idx="537">
                <c:v>-0.04666036</c:v>
              </c:pt>
              <c:pt idx="538">
                <c:v>-0.00062336</c:v>
              </c:pt>
              <c:pt idx="539">
                <c:v>0</c:v>
              </c:pt>
              <c:pt idx="540">
                <c:v>-0.01685111</c:v>
              </c:pt>
              <c:pt idx="541">
                <c:v>0</c:v>
              </c:pt>
              <c:pt idx="542">
                <c:v>0</c:v>
              </c:pt>
              <c:pt idx="543">
                <c:v>-0.01500453</c:v>
              </c:pt>
              <c:pt idx="544">
                <c:v>0</c:v>
              </c:pt>
              <c:pt idx="545">
                <c:v>0</c:v>
              </c:pt>
              <c:pt idx="546">
                <c:v>-0.0420873</c:v>
              </c:pt>
              <c:pt idx="547">
                <c:v>-0.03401022</c:v>
              </c:pt>
              <c:pt idx="548">
                <c:v>-0.03556918</c:v>
              </c:pt>
              <c:pt idx="549">
                <c:v>-0.08478132</c:v>
              </c:pt>
              <c:pt idx="550">
                <c:v>-0.00153579</c:v>
              </c:pt>
              <c:pt idx="551">
                <c:v>0</c:v>
              </c:pt>
              <c:pt idx="552">
                <c:v>-0.05105734</c:v>
              </c:pt>
              <c:pt idx="553">
                <c:v>-0.00877187</c:v>
              </c:pt>
              <c:pt idx="554">
                <c:v>-0.00356783</c:v>
              </c:pt>
              <c:pt idx="555">
                <c:v>-0.0124567</c:v>
              </c:pt>
              <c:pt idx="556">
                <c:v>-0.01201371</c:v>
              </c:pt>
              <c:pt idx="557">
                <c:v>-0.0004112</c:v>
              </c:pt>
              <c:pt idx="558">
                <c:v>-0.00933489</c:v>
              </c:pt>
              <c:pt idx="559">
                <c:v>-0.0149713</c:v>
              </c:pt>
              <c:pt idx="560">
                <c:v>-0.00734208</c:v>
              </c:pt>
              <c:pt idx="561">
                <c:v>-0.0015903</c:v>
              </c:pt>
              <c:pt idx="562">
                <c:v>-0.0296169</c:v>
              </c:pt>
              <c:pt idx="563">
                <c:v>-0.01902963</c:v>
              </c:pt>
              <c:pt idx="564">
                <c:v>-0.01978591</c:v>
              </c:pt>
              <c:pt idx="565">
                <c:v>-0.00982127</c:v>
              </c:pt>
              <c:pt idx="566">
                <c:v>-0.00529765</c:v>
              </c:pt>
              <c:pt idx="567">
                <c:v>-0.03813875</c:v>
              </c:pt>
              <c:pt idx="568">
                <c:v>-0.02975026</c:v>
              </c:pt>
              <c:pt idx="569">
                <c:v>-0.02889127</c:v>
              </c:pt>
              <c:pt idx="570">
                <c:v>-0.04552932</c:v>
              </c:pt>
              <c:pt idx="571">
                <c:v>-0.04613725</c:v>
              </c:pt>
              <c:pt idx="572">
                <c:v>-0.01414065</c:v>
              </c:pt>
              <c:pt idx="573">
                <c:v>-0.02310203</c:v>
              </c:pt>
              <c:pt idx="574">
                <c:v>-0.03315819</c:v>
              </c:pt>
              <c:pt idx="575">
                <c:v>-0.03173435</c:v>
              </c:pt>
              <c:pt idx="576">
                <c:v>-0.10092769</c:v>
              </c:pt>
              <c:pt idx="577">
                <c:v>-0.07817119</c:v>
              </c:pt>
              <c:pt idx="578">
                <c:v>-0.07961496</c:v>
              </c:pt>
              <c:pt idx="579">
                <c:v>-0.17330553</c:v>
              </c:pt>
              <c:pt idx="580">
                <c:v>-0.12958689</c:v>
              </c:pt>
              <c:pt idx="581">
                <c:v>-0.11659797</c:v>
              </c:pt>
              <c:pt idx="582">
                <c:v>-0.14352912</c:v>
              </c:pt>
              <c:pt idx="583">
                <c:v>-0.07046316</c:v>
              </c:pt>
              <c:pt idx="584">
                <c:v>-0.07449592</c:v>
              </c:pt>
              <c:pt idx="585">
                <c:v>-0.02396314</c:v>
              </c:pt>
              <c:pt idx="586">
                <c:v>-0.0210195</c:v>
              </c:pt>
              <c:pt idx="587">
                <c:v>-0.02075051</c:v>
              </c:pt>
              <c:pt idx="588">
                <c:v>-0.02184092</c:v>
              </c:pt>
              <c:pt idx="589">
                <c:v>-0.02179736</c:v>
              </c:pt>
              <c:pt idx="590">
                <c:v>-0.00929064</c:v>
              </c:pt>
              <c:pt idx="591">
                <c:v>-0.00984659</c:v>
              </c:pt>
              <c:pt idx="592">
                <c:v>-0.00637838</c:v>
              </c:pt>
              <c:pt idx="593">
                <c:v>-0.00434083</c:v>
              </c:pt>
              <c:pt idx="594">
                <c:v>-0.02134191</c:v>
              </c:pt>
              <c:pt idx="595">
                <c:v>-0.00268307</c:v>
              </c:pt>
              <c:pt idx="596">
                <c:v>-0.00101336</c:v>
              </c:pt>
              <c:pt idx="597">
                <c:v>-0.02332509</c:v>
              </c:pt>
              <c:pt idx="598">
                <c:v>0</c:v>
              </c:pt>
              <c:pt idx="599">
                <c:v>-0.00956973</c:v>
              </c:pt>
              <c:pt idx="600">
                <c:v>-0.01782867</c:v>
              </c:pt>
              <c:pt idx="601">
                <c:v>0</c:v>
              </c:pt>
              <c:pt idx="602">
                <c:v>-0.00560896</c:v>
              </c:pt>
              <c:pt idx="603">
                <c:v>-0.02623578</c:v>
              </c:pt>
              <c:pt idx="604">
                <c:v>-0.01109913</c:v>
              </c:pt>
              <c:pt idx="605">
                <c:v>-0.0051655</c:v>
              </c:pt>
              <c:pt idx="606">
                <c:v>-0.01460508</c:v>
              </c:pt>
              <c:pt idx="607">
                <c:v>-0.02174335</c:v>
              </c:pt>
              <c:pt idx="608">
                <c:v>-0.01802096</c:v>
              </c:pt>
              <c:pt idx="609">
                <c:v>-0.02935168</c:v>
              </c:pt>
              <c:pt idx="610">
                <c:v>-0.05188572</c:v>
              </c:pt>
              <c:pt idx="611">
                <c:v>-0.00859042</c:v>
              </c:pt>
              <c:pt idx="612">
                <c:v>-0.01561705</c:v>
              </c:pt>
              <c:pt idx="613">
                <c:v>-0.03140002</c:v>
              </c:pt>
              <c:pt idx="614">
                <c:v>-0.00881579</c:v>
              </c:pt>
              <c:pt idx="615">
                <c:v>-0.00567669</c:v>
              </c:pt>
              <c:pt idx="616">
                <c:v>-0.01559524</c:v>
              </c:pt>
              <c:pt idx="617">
                <c:v>0</c:v>
              </c:pt>
              <c:pt idx="618">
                <c:v>-0.00108431</c:v>
              </c:pt>
              <c:pt idx="619">
                <c:v>-0.0231409</c:v>
              </c:pt>
              <c:pt idx="620">
                <c:v>0</c:v>
              </c:pt>
              <c:pt idx="621">
                <c:v>0</c:v>
              </c:pt>
              <c:pt idx="622">
                <c:v>-0.01967561</c:v>
              </c:pt>
              <c:pt idx="623">
                <c:v>-0.00838633</c:v>
              </c:pt>
              <c:pt idx="624">
                <c:v>-0.01452318</c:v>
              </c:pt>
              <c:pt idx="625">
                <c:v>-0.06605064</c:v>
              </c:pt>
              <c:pt idx="626">
                <c:v>-0.0847117</c:v>
              </c:pt>
              <c:pt idx="627">
                <c:v>-0.09357731</c:v>
              </c:pt>
              <c:pt idx="628">
                <c:v>-0.00176115</c:v>
              </c:pt>
              <c:pt idx="629">
                <c:v>-0.00705293</c:v>
              </c:pt>
              <c:pt idx="630">
                <c:v>-0.01105899</c:v>
              </c:pt>
              <c:pt idx="631">
                <c:v>-0.00907982</c:v>
              </c:pt>
              <c:pt idx="632">
                <c:v>-0.00240929</c:v>
              </c:pt>
              <c:pt idx="633">
                <c:v>-0.02911132</c:v>
              </c:pt>
              <c:pt idx="634">
                <c:v>-0.00696387</c:v>
              </c:pt>
              <c:pt idx="635">
                <c:v>-0.04765048</c:v>
              </c:pt>
              <c:pt idx="636">
                <c:v>-0.0646124</c:v>
              </c:pt>
              <c:pt idx="637">
                <c:v>-0.01772631</c:v>
              </c:pt>
              <c:pt idx="638">
                <c:v>-0.00688685</c:v>
              </c:pt>
              <c:pt idx="639">
                <c:v>-0.05031889</c:v>
              </c:pt>
              <c:pt idx="640">
                <c:v>-0.0406482</c:v>
              </c:pt>
              <c:pt idx="641">
                <c:v>-0.05661526</c:v>
              </c:pt>
              <c:pt idx="642">
                <c:v>-0.07864777</c:v>
              </c:pt>
              <c:pt idx="643">
                <c:v>-0.0014141</c:v>
              </c:pt>
              <c:pt idx="644">
                <c:v>-6.267E-05</c:v>
              </c:pt>
              <c:pt idx="645">
                <c:v>-0.0066089</c:v>
              </c:pt>
              <c:pt idx="646">
                <c:v>-0.00285384</c:v>
              </c:pt>
            </c:numLit>
          </c:val>
        </c:ser>
        <c:ser>
          <c:idx val="1"/>
          <c:order val="1"/>
          <c:tx>
            <c:v>SPY drawdown</c:v>
          </c:tx>
          <c:spPr>
            <a:ln xmlns:a="http://schemas.openxmlformats.org/drawingml/2006/main" w="19050">
              <a:solidFill>
                <a:srgbClr val="0B2942"/>
              </a:solidFill>
              <a:prstDash val="solid"/>
            </a:ln>
          </c:spPr>
          <c:marker>
            <c:symbol val="none"/>
          </c:marker>
          <c:cat>
            <c:strLit>
              <c:ptCount val="647"/>
              <c:pt idx="0">
                <c:v>2013-01-02</c:v>
              </c:pt>
              <c:pt idx="1">
                <c:v>2013-01-08</c:v>
              </c:pt>
              <c:pt idx="2">
                <c:v>2013-01-24</c:v>
              </c:pt>
              <c:pt idx="3">
                <c:v>2013-01-25</c:v>
              </c:pt>
              <c:pt idx="4">
                <c:v>2013-02-04</c:v>
              </c:pt>
              <c:pt idx="5">
                <c:v>2013-02-15</c:v>
              </c:pt>
              <c:pt idx="6">
                <c:v>2013-02-19</c:v>
              </c:pt>
              <c:pt idx="7">
                <c:v>2013-02-25</c:v>
              </c:pt>
              <c:pt idx="8">
                <c:v>2013-03-12</c:v>
              </c:pt>
              <c:pt idx="9">
                <c:v>2013-03-13</c:v>
              </c:pt>
              <c:pt idx="10">
                <c:v>2013-03-21</c:v>
              </c:pt>
              <c:pt idx="11">
                <c:v>2013-04-04</c:v>
              </c:pt>
              <c:pt idx="12">
                <c:v>2013-04-05</c:v>
              </c:pt>
              <c:pt idx="13">
                <c:v>2013-04-18</c:v>
              </c:pt>
              <c:pt idx="14">
                <c:v>2013-04-26</c:v>
              </c:pt>
              <c:pt idx="15">
                <c:v>2013-04-29</c:v>
              </c:pt>
              <c:pt idx="16">
                <c:v>2013-05-01</c:v>
              </c:pt>
              <c:pt idx="17">
                <c:v>2013-05-20</c:v>
              </c:pt>
              <c:pt idx="18">
                <c:v>2013-05-21</c:v>
              </c:pt>
              <c:pt idx="19">
                <c:v>2013-06-05</c:v>
              </c:pt>
              <c:pt idx="20">
                <c:v>2013-06-12</c:v>
              </c:pt>
              <c:pt idx="21">
                <c:v>2013-06-13</c:v>
              </c:pt>
              <c:pt idx="22">
                <c:v>2013-06-24</c:v>
              </c:pt>
              <c:pt idx="23">
                <c:v>2013-07-05</c:v>
              </c:pt>
              <c:pt idx="24">
                <c:v>2013-07-08</c:v>
              </c:pt>
              <c:pt idx="25">
                <c:v>2013-07-29</c:v>
              </c:pt>
              <c:pt idx="26">
                <c:v>2013-07-30</c:v>
              </c:pt>
              <c:pt idx="27">
                <c:v>2013-08-19</c:v>
              </c:pt>
              <c:pt idx="28">
                <c:v>2013-08-20</c:v>
              </c:pt>
              <c:pt idx="29">
                <c:v>2013-08-21</c:v>
              </c:pt>
              <c:pt idx="30">
                <c:v>2013-08-27</c:v>
              </c:pt>
              <c:pt idx="31">
                <c:v>2013-09-12</c:v>
              </c:pt>
              <c:pt idx="32">
                <c:v>2013-09-13</c:v>
              </c:pt>
              <c:pt idx="33">
                <c:v>2013-10-03</c:v>
              </c:pt>
              <c:pt idx="34">
                <c:v>2013-10-04</c:v>
              </c:pt>
              <c:pt idx="35">
                <c:v>2013-10-07</c:v>
              </c:pt>
              <c:pt idx="36">
                <c:v>2013-10-08</c:v>
              </c:pt>
              <c:pt idx="37">
                <c:v>2013-10-09</c:v>
              </c:pt>
              <c:pt idx="38">
                <c:v>2013-10-28</c:v>
              </c:pt>
              <c:pt idx="39">
                <c:v>2013-10-29</c:v>
              </c:pt>
              <c:pt idx="40">
                <c:v>2013-11-07</c:v>
              </c:pt>
              <c:pt idx="41">
                <c:v>2013-11-19</c:v>
              </c:pt>
              <c:pt idx="42">
                <c:v>2013-11-20</c:v>
              </c:pt>
              <c:pt idx="43">
                <c:v>2013-12-12</c:v>
              </c:pt>
              <c:pt idx="44">
                <c:v>2013-12-13</c:v>
              </c:pt>
              <c:pt idx="45">
                <c:v>2014-01-07</c:v>
              </c:pt>
              <c:pt idx="46">
                <c:v>2014-01-08</c:v>
              </c:pt>
              <c:pt idx="47">
                <c:v>2014-01-29</c:v>
              </c:pt>
              <c:pt idx="48">
                <c:v>2014-01-30</c:v>
              </c:pt>
              <c:pt idx="49">
                <c:v>2014-01-31</c:v>
              </c:pt>
              <c:pt idx="50">
                <c:v>2014-02-03</c:v>
              </c:pt>
              <c:pt idx="51">
                <c:v>2014-02-24</c:v>
              </c:pt>
              <c:pt idx="52">
                <c:v>2014-02-25</c:v>
              </c:pt>
              <c:pt idx="53">
                <c:v>2014-03-14</c:v>
              </c:pt>
              <c:pt idx="54">
                <c:v>2014-03-18</c:v>
              </c:pt>
              <c:pt idx="55">
                <c:v>2014-03-19</c:v>
              </c:pt>
              <c:pt idx="56">
                <c:v>2014-04-07</c:v>
              </c:pt>
              <c:pt idx="57">
                <c:v>2014-04-09</c:v>
              </c:pt>
              <c:pt idx="58">
                <c:v>2014-04-10</c:v>
              </c:pt>
              <c:pt idx="59">
                <c:v>2014-04-11</c:v>
              </c:pt>
              <c:pt idx="60">
                <c:v>2014-05-02</c:v>
              </c:pt>
              <c:pt idx="61">
                <c:v>2014-05-05</c:v>
              </c:pt>
              <c:pt idx="62">
                <c:v>2014-05-06</c:v>
              </c:pt>
              <c:pt idx="63">
                <c:v>2014-05-15</c:v>
              </c:pt>
              <c:pt idx="64">
                <c:v>2014-05-27</c:v>
              </c:pt>
              <c:pt idx="65">
                <c:v>2014-05-28</c:v>
              </c:pt>
              <c:pt idx="66">
                <c:v>2014-06-12</c:v>
              </c:pt>
              <c:pt idx="67">
                <c:v>2014-06-18</c:v>
              </c:pt>
              <c:pt idx="68">
                <c:v>2014-06-19</c:v>
              </c:pt>
              <c:pt idx="69">
                <c:v>2014-07-08</c:v>
              </c:pt>
              <c:pt idx="70">
                <c:v>2014-07-11</c:v>
              </c:pt>
              <c:pt idx="71">
                <c:v>2014-07-14</c:v>
              </c:pt>
              <c:pt idx="72">
                <c:v>2014-08-01</c:v>
              </c:pt>
              <c:pt idx="73">
                <c:v>2014-08-04</c:v>
              </c:pt>
              <c:pt idx="74">
                <c:v>2014-08-05</c:v>
              </c:pt>
              <c:pt idx="75">
                <c:v>2014-08-07</c:v>
              </c:pt>
              <c:pt idx="76">
                <c:v>2014-08-26</c:v>
              </c:pt>
              <c:pt idx="77">
                <c:v>2014-08-27</c:v>
              </c:pt>
              <c:pt idx="78">
                <c:v>2014-09-15</c:v>
              </c:pt>
              <c:pt idx="79">
                <c:v>2014-09-18</c:v>
              </c:pt>
              <c:pt idx="80">
                <c:v>2014-09-19</c:v>
              </c:pt>
              <c:pt idx="81">
                <c:v>2014-10-10</c:v>
              </c:pt>
              <c:pt idx="82">
                <c:v>2014-10-13</c:v>
              </c:pt>
              <c:pt idx="83">
                <c:v>2014-10-16</c:v>
              </c:pt>
              <c:pt idx="84">
                <c:v>2014-11-03</c:v>
              </c:pt>
              <c:pt idx="85">
                <c:v>2014-11-04</c:v>
              </c:pt>
              <c:pt idx="86">
                <c:v>2014-11-19</c:v>
              </c:pt>
              <c:pt idx="87">
                <c:v>2014-11-25</c:v>
              </c:pt>
              <c:pt idx="88">
                <c:v>2014-11-26</c:v>
              </c:pt>
              <c:pt idx="89">
                <c:v>2014-12-16</c:v>
              </c:pt>
              <c:pt idx="90">
                <c:v>2014-12-18</c:v>
              </c:pt>
              <c:pt idx="91">
                <c:v>2014-12-19</c:v>
              </c:pt>
              <c:pt idx="92">
                <c:v>2015-01-06</c:v>
              </c:pt>
              <c:pt idx="93">
                <c:v>2015-01-13</c:v>
              </c:pt>
              <c:pt idx="94">
                <c:v>2015-01-14</c:v>
              </c:pt>
              <c:pt idx="95">
                <c:v>2015-01-15</c:v>
              </c:pt>
              <c:pt idx="96">
                <c:v>2015-02-05</c:v>
              </c:pt>
              <c:pt idx="97">
                <c:v>2015-02-06</c:v>
              </c:pt>
              <c:pt idx="98">
                <c:v>2015-02-09</c:v>
              </c:pt>
              <c:pt idx="99">
                <c:v>2015-02-27</c:v>
              </c:pt>
              <c:pt idx="100">
                <c:v>2015-03-02</c:v>
              </c:pt>
              <c:pt idx="101">
                <c:v>2015-03-03</c:v>
              </c:pt>
              <c:pt idx="102">
                <c:v>2015-03-11</c:v>
              </c:pt>
              <c:pt idx="103">
                <c:v>2015-03-24</c:v>
              </c:pt>
              <c:pt idx="104">
                <c:v>2015-03-25</c:v>
              </c:pt>
              <c:pt idx="105">
                <c:v>2015-03-26</c:v>
              </c:pt>
              <c:pt idx="106">
                <c:v>2015-04-16</c:v>
              </c:pt>
              <c:pt idx="107">
                <c:v>2015-04-17</c:v>
              </c:pt>
              <c:pt idx="108">
                <c:v>2015-05-06</c:v>
              </c:pt>
              <c:pt idx="109">
                <c:v>2015-05-08</c:v>
              </c:pt>
              <c:pt idx="110">
                <c:v>2015-05-11</c:v>
              </c:pt>
              <c:pt idx="111">
                <c:v>2015-05-12</c:v>
              </c:pt>
              <c:pt idx="112">
                <c:v>2015-05-26</c:v>
              </c:pt>
              <c:pt idx="113">
                <c:v>2015-06-02</c:v>
              </c:pt>
              <c:pt idx="114">
                <c:v>2015-06-03</c:v>
              </c:pt>
              <c:pt idx="115">
                <c:v>2015-06-09</c:v>
              </c:pt>
              <c:pt idx="116">
                <c:v>2015-06-24</c:v>
              </c:pt>
              <c:pt idx="117">
                <c:v>2015-06-25</c:v>
              </c:pt>
              <c:pt idx="118">
                <c:v>2015-06-29</c:v>
              </c:pt>
              <c:pt idx="119">
                <c:v>2015-07-08</c:v>
              </c:pt>
              <c:pt idx="120">
                <c:v>2015-07-17</c:v>
              </c:pt>
              <c:pt idx="121">
                <c:v>2015-07-20</c:v>
              </c:pt>
              <c:pt idx="122">
                <c:v>2015-07-27</c:v>
              </c:pt>
              <c:pt idx="123">
                <c:v>2015-08-10</c:v>
              </c:pt>
              <c:pt idx="124">
                <c:v>2015-08-11</c:v>
              </c:pt>
              <c:pt idx="125">
                <c:v>2015-08-25</c:v>
              </c:pt>
              <c:pt idx="126">
                <c:v>2015-09-01</c:v>
              </c:pt>
              <c:pt idx="127">
                <c:v>2015-09-02</c:v>
              </c:pt>
              <c:pt idx="128">
                <c:v>2015-09-04</c:v>
              </c:pt>
              <c:pt idx="129">
                <c:v>2015-09-24</c:v>
              </c:pt>
              <c:pt idx="130">
                <c:v>2015-09-25</c:v>
              </c:pt>
              <c:pt idx="131">
                <c:v>2015-09-28</c:v>
              </c:pt>
              <c:pt idx="132">
                <c:v>2015-09-29</c:v>
              </c:pt>
              <c:pt idx="133">
                <c:v>2015-10-16</c:v>
              </c:pt>
              <c:pt idx="134">
                <c:v>2015-10-19</c:v>
              </c:pt>
              <c:pt idx="135">
                <c:v>2015-10-21</c:v>
              </c:pt>
              <c:pt idx="136">
                <c:v>2015-11-09</c:v>
              </c:pt>
              <c:pt idx="137">
                <c:v>2015-11-10</c:v>
              </c:pt>
              <c:pt idx="138">
                <c:v>2015-11-13</c:v>
              </c:pt>
              <c:pt idx="139">
                <c:v>2015-12-02</c:v>
              </c:pt>
              <c:pt idx="140">
                <c:v>2015-12-03</c:v>
              </c:pt>
              <c:pt idx="141">
                <c:v>2015-12-18</c:v>
              </c:pt>
              <c:pt idx="142">
                <c:v>2015-12-24</c:v>
              </c:pt>
              <c:pt idx="143">
                <c:v>2015-12-28</c:v>
              </c:pt>
              <c:pt idx="144">
                <c:v>2016-01-20</c:v>
              </c:pt>
              <c:pt idx="145">
                <c:v>2016-01-21</c:v>
              </c:pt>
              <c:pt idx="146">
                <c:v>2016-02-11</c:v>
              </c:pt>
              <c:pt idx="147">
                <c:v>2016-02-12</c:v>
              </c:pt>
              <c:pt idx="148">
                <c:v>2016-03-07</c:v>
              </c:pt>
              <c:pt idx="149">
                <c:v>2016-03-08</c:v>
              </c:pt>
              <c:pt idx="150">
                <c:v>2016-03-30</c:v>
              </c:pt>
              <c:pt idx="151">
                <c:v>2016-03-31</c:v>
              </c:pt>
              <c:pt idx="152">
                <c:v>2016-04-07</c:v>
              </c:pt>
              <c:pt idx="153">
                <c:v>2016-04-11</c:v>
              </c:pt>
              <c:pt idx="154">
                <c:v>2016-04-21</c:v>
              </c:pt>
              <c:pt idx="155">
                <c:v>2016-04-22</c:v>
              </c:pt>
              <c:pt idx="156">
                <c:v>2016-05-05</c:v>
              </c:pt>
              <c:pt idx="157">
                <c:v>2016-05-13</c:v>
              </c:pt>
              <c:pt idx="158">
                <c:v>2016-05-16</c:v>
              </c:pt>
              <c:pt idx="159">
                <c:v>2016-05-19</c:v>
              </c:pt>
              <c:pt idx="160">
                <c:v>2016-06-07</c:v>
              </c:pt>
              <c:pt idx="161">
                <c:v>2016-06-08</c:v>
              </c:pt>
              <c:pt idx="162">
                <c:v>2016-06-27</c:v>
              </c:pt>
              <c:pt idx="163">
                <c:v>2016-06-29</c:v>
              </c:pt>
              <c:pt idx="164">
                <c:v>2016-06-30</c:v>
              </c:pt>
              <c:pt idx="165">
                <c:v>2016-07-05</c:v>
              </c:pt>
              <c:pt idx="166">
                <c:v>2016-07-22</c:v>
              </c:pt>
              <c:pt idx="167">
                <c:v>2016-07-25</c:v>
              </c:pt>
              <c:pt idx="168">
                <c:v>2016-08-02</c:v>
              </c:pt>
              <c:pt idx="169">
                <c:v>2016-08-15</c:v>
              </c:pt>
              <c:pt idx="170">
                <c:v>2016-08-16</c:v>
              </c:pt>
              <c:pt idx="171">
                <c:v>2016-08-26</c:v>
              </c:pt>
              <c:pt idx="172">
                <c:v>2016-08-30</c:v>
              </c:pt>
              <c:pt idx="173">
                <c:v>2016-09-07</c:v>
              </c:pt>
              <c:pt idx="174">
                <c:v>2016-09-08</c:v>
              </c:pt>
              <c:pt idx="175">
                <c:v>2016-09-09</c:v>
              </c:pt>
              <c:pt idx="176">
                <c:v>2016-09-14</c:v>
              </c:pt>
              <c:pt idx="177">
                <c:v>2016-09-29</c:v>
              </c:pt>
              <c:pt idx="178">
                <c:v>2016-09-30</c:v>
              </c:pt>
              <c:pt idx="179">
                <c:v>2016-10-11</c:v>
              </c:pt>
              <c:pt idx="180">
                <c:v>2016-10-17</c:v>
              </c:pt>
              <c:pt idx="181">
                <c:v>2016-10-21</c:v>
              </c:pt>
              <c:pt idx="182">
                <c:v>2016-10-24</c:v>
              </c:pt>
              <c:pt idx="183">
                <c:v>2016-11-04</c:v>
              </c:pt>
              <c:pt idx="184">
                <c:v>2016-11-14</c:v>
              </c:pt>
              <c:pt idx="185">
                <c:v>2016-11-15</c:v>
              </c:pt>
              <c:pt idx="186">
                <c:v>2016-12-01</c:v>
              </c:pt>
              <c:pt idx="187">
                <c:v>2016-12-07</c:v>
              </c:pt>
              <c:pt idx="188">
                <c:v>2016-12-08</c:v>
              </c:pt>
              <c:pt idx="189">
                <c:v>2016-12-30</c:v>
              </c:pt>
              <c:pt idx="190">
                <c:v>2017-01-03</c:v>
              </c:pt>
              <c:pt idx="191">
                <c:v>2017-01-19</c:v>
              </c:pt>
              <c:pt idx="192">
                <c:v>2017-01-25</c:v>
              </c:pt>
              <c:pt idx="193">
                <c:v>2017-01-26</c:v>
              </c:pt>
              <c:pt idx="194">
                <c:v>2017-01-30</c:v>
              </c:pt>
              <c:pt idx="195">
                <c:v>2017-01-31</c:v>
              </c:pt>
              <c:pt idx="196">
                <c:v>2017-02-16</c:v>
              </c:pt>
              <c:pt idx="197">
                <c:v>2017-02-17</c:v>
              </c:pt>
              <c:pt idx="198">
                <c:v>2017-03-08</c:v>
              </c:pt>
              <c:pt idx="199">
                <c:v>2017-03-13</c:v>
              </c:pt>
              <c:pt idx="200">
                <c:v>2017-03-14</c:v>
              </c:pt>
              <c:pt idx="201">
                <c:v>2017-03-21</c:v>
              </c:pt>
              <c:pt idx="202">
                <c:v>2017-03-27</c:v>
              </c:pt>
              <c:pt idx="203">
                <c:v>2017-04-04</c:v>
              </c:pt>
              <c:pt idx="204">
                <c:v>2017-04-05</c:v>
              </c:pt>
              <c:pt idx="205">
                <c:v>2017-04-13</c:v>
              </c:pt>
              <c:pt idx="206">
                <c:v>2017-04-27</c:v>
              </c:pt>
              <c:pt idx="207">
                <c:v>2017-04-28</c:v>
              </c:pt>
              <c:pt idx="208">
                <c:v>2017-05-17</c:v>
              </c:pt>
              <c:pt idx="209">
                <c:v>2017-05-19</c:v>
              </c:pt>
              <c:pt idx="210">
                <c:v>2017-05-22</c:v>
              </c:pt>
              <c:pt idx="211">
                <c:v>2017-06-06</c:v>
              </c:pt>
              <c:pt idx="212">
                <c:v>2017-06-12</c:v>
              </c:pt>
              <c:pt idx="213">
                <c:v>2017-06-13</c:v>
              </c:pt>
              <c:pt idx="214">
                <c:v>2017-06-14</c:v>
              </c:pt>
              <c:pt idx="215">
                <c:v>2017-07-06</c:v>
              </c:pt>
              <c:pt idx="216">
                <c:v>2017-07-07</c:v>
              </c:pt>
              <c:pt idx="217">
                <c:v>2017-07-28</c:v>
              </c:pt>
              <c:pt idx="218">
                <c:v>2017-07-31</c:v>
              </c:pt>
              <c:pt idx="219">
                <c:v>2017-08-18</c:v>
              </c:pt>
              <c:pt idx="220">
                <c:v>2017-08-21</c:v>
              </c:pt>
              <c:pt idx="221">
                <c:v>2017-08-22</c:v>
              </c:pt>
              <c:pt idx="222">
                <c:v>2017-08-24</c:v>
              </c:pt>
              <c:pt idx="223">
                <c:v>2017-09-13</c:v>
              </c:pt>
              <c:pt idx="224">
                <c:v>2017-09-14</c:v>
              </c:pt>
              <c:pt idx="225">
                <c:v>2017-09-25</c:v>
              </c:pt>
              <c:pt idx="226">
                <c:v>2017-10-05</c:v>
              </c:pt>
              <c:pt idx="227">
                <c:v>2017-10-06</c:v>
              </c:pt>
              <c:pt idx="228">
                <c:v>2017-10-25</c:v>
              </c:pt>
              <c:pt idx="229">
                <c:v>2017-10-27</c:v>
              </c:pt>
              <c:pt idx="230">
                <c:v>2017-10-30</c:v>
              </c:pt>
              <c:pt idx="231">
                <c:v>2017-11-15</c:v>
              </c:pt>
              <c:pt idx="232">
                <c:v>2017-11-20</c:v>
              </c:pt>
              <c:pt idx="233">
                <c:v>2017-11-21</c:v>
              </c:pt>
              <c:pt idx="234">
                <c:v>2017-12-05</c:v>
              </c:pt>
              <c:pt idx="235">
                <c:v>2017-12-13</c:v>
              </c:pt>
              <c:pt idx="236">
                <c:v>2017-12-14</c:v>
              </c:pt>
              <c:pt idx="237">
                <c:v>2017-12-29</c:v>
              </c:pt>
              <c:pt idx="238">
                <c:v>2018-01-08</c:v>
              </c:pt>
              <c:pt idx="239">
                <c:v>2018-01-09</c:v>
              </c:pt>
              <c:pt idx="240">
                <c:v>2018-01-30</c:v>
              </c:pt>
              <c:pt idx="241">
                <c:v>2018-01-31</c:v>
              </c:pt>
              <c:pt idx="242">
                <c:v>2018-02-01</c:v>
              </c:pt>
              <c:pt idx="243">
                <c:v>2018-02-08</c:v>
              </c:pt>
              <c:pt idx="244">
                <c:v>2018-02-23</c:v>
              </c:pt>
              <c:pt idx="245">
                <c:v>2018-02-26</c:v>
              </c:pt>
              <c:pt idx="246">
                <c:v>2018-03-01</c:v>
              </c:pt>
              <c:pt idx="247">
                <c:v>2018-03-19</c:v>
              </c:pt>
              <c:pt idx="248">
                <c:v>2018-03-20</c:v>
              </c:pt>
              <c:pt idx="249">
                <c:v>2018-04-02</c:v>
              </c:pt>
              <c:pt idx="250">
                <c:v>2018-04-11</c:v>
              </c:pt>
              <c:pt idx="251">
                <c:v>2018-04-12</c:v>
              </c:pt>
              <c:pt idx="252">
                <c:v>2018-04-24</c:v>
              </c:pt>
              <c:pt idx="253">
                <c:v>2018-05-03</c:v>
              </c:pt>
              <c:pt idx="254">
                <c:v>2018-05-04</c:v>
              </c:pt>
              <c:pt idx="255">
                <c:v>2018-05-25</c:v>
              </c:pt>
              <c:pt idx="256">
                <c:v>2018-05-29</c:v>
              </c:pt>
              <c:pt idx="257">
                <c:v>2018-06-19</c:v>
              </c:pt>
              <c:pt idx="258">
                <c:v>2018-06-20</c:v>
              </c:pt>
              <c:pt idx="259">
                <c:v>2018-06-27</c:v>
              </c:pt>
              <c:pt idx="260">
                <c:v>2018-07-12</c:v>
              </c:pt>
              <c:pt idx="261">
                <c:v>2018-07-13</c:v>
              </c:pt>
              <c:pt idx="262">
                <c:v>2018-07-16</c:v>
              </c:pt>
              <c:pt idx="263">
                <c:v>2018-07-30</c:v>
              </c:pt>
              <c:pt idx="264">
                <c:v>2018-08-03</c:v>
              </c:pt>
              <c:pt idx="265">
                <c:v>2018-08-06</c:v>
              </c:pt>
              <c:pt idx="266">
                <c:v>2018-08-15</c:v>
              </c:pt>
              <c:pt idx="267">
                <c:v>2018-08-27</c:v>
              </c:pt>
              <c:pt idx="268">
                <c:v>2018-08-28</c:v>
              </c:pt>
              <c:pt idx="269">
                <c:v>2018-09-07</c:v>
              </c:pt>
              <c:pt idx="270">
                <c:v>2018-09-19</c:v>
              </c:pt>
              <c:pt idx="271">
                <c:v>2018-09-20</c:v>
              </c:pt>
              <c:pt idx="272">
                <c:v>2018-10-11</c:v>
              </c:pt>
              <c:pt idx="273">
                <c:v>2018-10-12</c:v>
              </c:pt>
              <c:pt idx="274">
                <c:v>2018-10-29</c:v>
              </c:pt>
              <c:pt idx="275">
                <c:v>2018-11-02</c:v>
              </c:pt>
              <c:pt idx="276">
                <c:v>2018-11-05</c:v>
              </c:pt>
              <c:pt idx="277">
                <c:v>2018-11-23</c:v>
              </c:pt>
              <c:pt idx="278">
                <c:v>2018-11-27</c:v>
              </c:pt>
              <c:pt idx="279">
                <c:v>2018-11-28</c:v>
              </c:pt>
              <c:pt idx="280">
                <c:v>2018-12-20</c:v>
              </c:pt>
              <c:pt idx="281">
                <c:v>2018-12-21</c:v>
              </c:pt>
              <c:pt idx="282">
                <c:v>2018-12-24</c:v>
              </c:pt>
              <c:pt idx="283">
                <c:v>2019-01-15</c:v>
              </c:pt>
              <c:pt idx="284">
                <c:v>2019-01-16</c:v>
              </c:pt>
              <c:pt idx="285">
                <c:v>2019-02-07</c:v>
              </c:pt>
              <c:pt idx="286">
                <c:v>2019-02-08</c:v>
              </c:pt>
              <c:pt idx="287">
                <c:v>2019-02-11</c:v>
              </c:pt>
              <c:pt idx="288">
                <c:v>2019-03-04</c:v>
              </c:pt>
              <c:pt idx="289">
                <c:v>2019-03-05</c:v>
              </c:pt>
              <c:pt idx="290">
                <c:v>2019-03-08</c:v>
              </c:pt>
              <c:pt idx="291">
                <c:v>2019-03-26</c:v>
              </c:pt>
              <c:pt idx="292">
                <c:v>2019-03-27</c:v>
              </c:pt>
              <c:pt idx="293">
                <c:v>2019-04-17</c:v>
              </c:pt>
              <c:pt idx="294">
                <c:v>2019-04-18</c:v>
              </c:pt>
              <c:pt idx="295">
                <c:v>2019-05-09</c:v>
              </c:pt>
              <c:pt idx="296">
                <c:v>2019-05-10</c:v>
              </c:pt>
              <c:pt idx="297">
                <c:v>2019-05-13</c:v>
              </c:pt>
              <c:pt idx="298">
                <c:v>2019-06-03</c:v>
              </c:pt>
              <c:pt idx="299">
                <c:v>2019-06-04</c:v>
              </c:pt>
              <c:pt idx="300">
                <c:v>2019-06-05</c:v>
              </c:pt>
              <c:pt idx="301">
                <c:v>2019-06-26</c:v>
              </c:pt>
              <c:pt idx="302">
                <c:v>2019-06-27</c:v>
              </c:pt>
              <c:pt idx="303">
                <c:v>2019-07-19</c:v>
              </c:pt>
              <c:pt idx="304">
                <c:v>2019-07-22</c:v>
              </c:pt>
              <c:pt idx="305">
                <c:v>2019-08-05</c:v>
              </c:pt>
              <c:pt idx="306">
                <c:v>2019-08-12</c:v>
              </c:pt>
              <c:pt idx="307">
                <c:v>2019-08-13</c:v>
              </c:pt>
              <c:pt idx="308">
                <c:v>2019-08-14</c:v>
              </c:pt>
              <c:pt idx="309">
                <c:v>2019-09-04</c:v>
              </c:pt>
              <c:pt idx="310">
                <c:v>2019-09-05</c:v>
              </c:pt>
              <c:pt idx="311">
                <c:v>2019-09-24</c:v>
              </c:pt>
              <c:pt idx="312">
                <c:v>2019-09-26</c:v>
              </c:pt>
              <c:pt idx="313">
                <c:v>2019-09-27</c:v>
              </c:pt>
              <c:pt idx="314">
                <c:v>2019-10-02</c:v>
              </c:pt>
              <c:pt idx="315">
                <c:v>2019-10-18</c:v>
              </c:pt>
              <c:pt idx="316">
                <c:v>2019-10-21</c:v>
              </c:pt>
              <c:pt idx="317">
                <c:v>2019-10-22</c:v>
              </c:pt>
              <c:pt idx="318">
                <c:v>2019-11-11</c:v>
              </c:pt>
              <c:pt idx="319">
                <c:v>2019-11-12</c:v>
              </c:pt>
              <c:pt idx="320">
                <c:v>2019-12-03</c:v>
              </c:pt>
              <c:pt idx="321">
                <c:v>2019-12-04</c:v>
              </c:pt>
              <c:pt idx="322">
                <c:v>2019-12-05</c:v>
              </c:pt>
              <c:pt idx="323">
                <c:v>2019-12-27</c:v>
              </c:pt>
              <c:pt idx="324">
                <c:v>2019-12-30</c:v>
              </c:pt>
              <c:pt idx="325">
                <c:v>2020-01-03</c:v>
              </c:pt>
              <c:pt idx="326">
                <c:v>2020-01-22</c:v>
              </c:pt>
              <c:pt idx="327">
                <c:v>2020-01-23</c:v>
              </c:pt>
              <c:pt idx="328">
                <c:v>2020-01-27</c:v>
              </c:pt>
              <c:pt idx="329">
                <c:v>2020-01-31</c:v>
              </c:pt>
              <c:pt idx="330">
                <c:v>2020-02-13</c:v>
              </c:pt>
              <c:pt idx="331">
                <c:v>2020-02-14</c:v>
              </c:pt>
              <c:pt idx="332">
                <c:v>2020-03-09</c:v>
              </c:pt>
              <c:pt idx="333">
                <c:v>2020-03-10</c:v>
              </c:pt>
              <c:pt idx="334">
                <c:v>2020-03-23</c:v>
              </c:pt>
              <c:pt idx="335">
                <c:v>2020-03-31</c:v>
              </c:pt>
              <c:pt idx="336">
                <c:v>2020-04-01</c:v>
              </c:pt>
              <c:pt idx="337">
                <c:v>2020-04-23</c:v>
              </c:pt>
              <c:pt idx="338">
                <c:v>2020-04-24</c:v>
              </c:pt>
              <c:pt idx="339">
                <c:v>2020-05-01</c:v>
              </c:pt>
              <c:pt idx="340">
                <c:v>2020-05-13</c:v>
              </c:pt>
              <c:pt idx="341">
                <c:v>2020-05-15</c:v>
              </c:pt>
              <c:pt idx="342">
                <c:v>2020-05-18</c:v>
              </c:pt>
              <c:pt idx="343">
                <c:v>2020-05-19</c:v>
              </c:pt>
              <c:pt idx="344">
                <c:v>2020-06-09</c:v>
              </c:pt>
              <c:pt idx="345">
                <c:v>2020-06-10</c:v>
              </c:pt>
              <c:pt idx="346">
                <c:v>2020-06-11</c:v>
              </c:pt>
              <c:pt idx="347">
                <c:v>2020-07-01</c:v>
              </c:pt>
              <c:pt idx="348">
                <c:v>2020-07-02</c:v>
              </c:pt>
              <c:pt idx="349">
                <c:v>2020-07-24</c:v>
              </c:pt>
              <c:pt idx="350">
                <c:v>2020-07-27</c:v>
              </c:pt>
              <c:pt idx="351">
                <c:v>2020-07-28</c:v>
              </c:pt>
              <c:pt idx="352">
                <c:v>2020-08-11</c:v>
              </c:pt>
              <c:pt idx="353">
                <c:v>2020-08-17</c:v>
              </c:pt>
              <c:pt idx="354">
                <c:v>2020-08-18</c:v>
              </c:pt>
              <c:pt idx="355">
                <c:v>2020-09-08</c:v>
              </c:pt>
              <c:pt idx="356">
                <c:v>2020-09-09</c:v>
              </c:pt>
              <c:pt idx="357">
                <c:v>2020-09-10</c:v>
              </c:pt>
              <c:pt idx="358">
                <c:v>2020-09-23</c:v>
              </c:pt>
              <c:pt idx="359">
                <c:v>2020-10-01</c:v>
              </c:pt>
              <c:pt idx="360">
                <c:v>2020-10-02</c:v>
              </c:pt>
              <c:pt idx="361">
                <c:v>2020-10-23</c:v>
              </c:pt>
              <c:pt idx="362">
                <c:v>2020-10-26</c:v>
              </c:pt>
              <c:pt idx="363">
                <c:v>2020-10-30</c:v>
              </c:pt>
              <c:pt idx="364">
                <c:v>2020-11-16</c:v>
              </c:pt>
              <c:pt idx="365">
                <c:v>2020-11-17</c:v>
              </c:pt>
              <c:pt idx="366">
                <c:v>2020-11-20</c:v>
              </c:pt>
              <c:pt idx="367">
                <c:v>2020-11-23</c:v>
              </c:pt>
              <c:pt idx="368">
                <c:v>2020-12-09</c:v>
              </c:pt>
              <c:pt idx="369">
                <c:v>2020-12-10</c:v>
              </c:pt>
              <c:pt idx="370">
                <c:v>2020-12-11</c:v>
              </c:pt>
              <c:pt idx="371">
                <c:v>2020-12-14</c:v>
              </c:pt>
              <c:pt idx="372">
                <c:v>2021-01-04</c:v>
              </c:pt>
              <c:pt idx="373">
                <c:v>2021-01-05</c:v>
              </c:pt>
              <c:pt idx="374">
                <c:v>2021-01-27</c:v>
              </c:pt>
              <c:pt idx="375">
                <c:v>2021-01-28</c:v>
              </c:pt>
              <c:pt idx="376">
                <c:v>2021-01-29</c:v>
              </c:pt>
              <c:pt idx="377">
                <c:v>2021-02-19</c:v>
              </c:pt>
              <c:pt idx="378">
                <c:v>2021-02-22</c:v>
              </c:pt>
              <c:pt idx="379">
                <c:v>2021-03-04</c:v>
              </c:pt>
              <c:pt idx="380">
                <c:v>2021-03-08</c:v>
              </c:pt>
              <c:pt idx="381">
                <c:v>2021-03-15</c:v>
              </c:pt>
              <c:pt idx="382">
                <c:v>2021-03-16</c:v>
              </c:pt>
              <c:pt idx="383">
                <c:v>2021-03-24</c:v>
              </c:pt>
              <c:pt idx="384">
                <c:v>2021-04-07</c:v>
              </c:pt>
              <c:pt idx="385">
                <c:v>2021-04-08</c:v>
              </c:pt>
              <c:pt idx="386">
                <c:v>2021-04-20</c:v>
              </c:pt>
              <c:pt idx="387">
                <c:v>2021-04-22</c:v>
              </c:pt>
              <c:pt idx="388">
                <c:v>2021-04-29</c:v>
              </c:pt>
              <c:pt idx="389">
                <c:v>2021-04-30</c:v>
              </c:pt>
              <c:pt idx="390">
                <c:v>2021-05-12</c:v>
              </c:pt>
              <c:pt idx="391">
                <c:v>2021-05-21</c:v>
              </c:pt>
              <c:pt idx="392">
                <c:v>2021-05-24</c:v>
              </c:pt>
              <c:pt idx="393">
                <c:v>2021-05-25</c:v>
              </c:pt>
              <c:pt idx="394">
                <c:v>2021-06-03</c:v>
              </c:pt>
              <c:pt idx="395">
                <c:v>2021-06-15</c:v>
              </c:pt>
              <c:pt idx="396">
                <c:v>2021-06-16</c:v>
              </c:pt>
              <c:pt idx="397">
                <c:v>2021-06-18</c:v>
              </c:pt>
              <c:pt idx="398">
                <c:v>2021-07-08</c:v>
              </c:pt>
              <c:pt idx="399">
                <c:v>2021-07-09</c:v>
              </c:pt>
              <c:pt idx="400">
                <c:v>2021-07-19</c:v>
              </c:pt>
              <c:pt idx="401">
                <c:v>2021-07-30</c:v>
              </c:pt>
              <c:pt idx="402">
                <c:v>2021-08-02</c:v>
              </c:pt>
              <c:pt idx="403">
                <c:v>2021-08-18</c:v>
              </c:pt>
              <c:pt idx="404">
                <c:v>2021-08-19</c:v>
              </c:pt>
              <c:pt idx="405">
                <c:v>2021-08-23</c:v>
              </c:pt>
              <c:pt idx="406">
                <c:v>2021-08-24</c:v>
              </c:pt>
              <c:pt idx="407">
                <c:v>2021-09-14</c:v>
              </c:pt>
              <c:pt idx="408">
                <c:v>2021-09-15</c:v>
              </c:pt>
              <c:pt idx="409">
                <c:v>2021-09-16</c:v>
              </c:pt>
              <c:pt idx="410">
                <c:v>2021-09-21</c:v>
              </c:pt>
              <c:pt idx="411">
                <c:v>2021-10-04</c:v>
              </c:pt>
              <c:pt idx="412">
                <c:v>2021-10-07</c:v>
              </c:pt>
              <c:pt idx="413">
                <c:v>2021-10-08</c:v>
              </c:pt>
              <c:pt idx="414">
                <c:v>2021-10-12</c:v>
              </c:pt>
              <c:pt idx="415">
                <c:v>2021-10-29</c:v>
              </c:pt>
              <c:pt idx="416">
                <c:v>2021-11-01</c:v>
              </c:pt>
              <c:pt idx="417">
                <c:v>2021-11-10</c:v>
              </c:pt>
              <c:pt idx="418">
                <c:v>2021-11-22</c:v>
              </c:pt>
              <c:pt idx="419">
                <c:v>2021-11-23</c:v>
              </c:pt>
              <c:pt idx="420">
                <c:v>2021-12-01</c:v>
              </c:pt>
              <c:pt idx="421">
                <c:v>2021-12-15</c:v>
              </c:pt>
              <c:pt idx="422">
                <c:v>2021-12-16</c:v>
              </c:pt>
              <c:pt idx="423">
                <c:v>2021-12-20</c:v>
              </c:pt>
              <c:pt idx="424">
                <c:v>2022-01-07</c:v>
              </c:pt>
              <c:pt idx="425">
                <c:v>2022-01-10</c:v>
              </c:pt>
              <c:pt idx="426">
                <c:v>2022-01-27</c:v>
              </c:pt>
              <c:pt idx="427">
                <c:v>2022-02-01</c:v>
              </c:pt>
              <c:pt idx="428">
                <c:v>2022-02-02</c:v>
              </c:pt>
              <c:pt idx="429">
                <c:v>2022-02-23</c:v>
              </c:pt>
              <c:pt idx="430">
                <c:v>2022-02-24</c:v>
              </c:pt>
              <c:pt idx="431">
                <c:v>2022-02-25</c:v>
              </c:pt>
              <c:pt idx="432">
                <c:v>2022-03-08</c:v>
              </c:pt>
              <c:pt idx="433">
                <c:v>2022-03-14</c:v>
              </c:pt>
              <c:pt idx="434">
                <c:v>2022-03-18</c:v>
              </c:pt>
              <c:pt idx="435">
                <c:v>2022-03-21</c:v>
              </c:pt>
              <c:pt idx="436">
                <c:v>2022-04-11</c:v>
              </c:pt>
              <c:pt idx="437">
                <c:v>2022-04-12</c:v>
              </c:pt>
              <c:pt idx="438">
                <c:v>2022-04-29</c:v>
              </c:pt>
              <c:pt idx="439">
                <c:v>2022-05-04</c:v>
              </c:pt>
              <c:pt idx="440">
                <c:v>2022-05-05</c:v>
              </c:pt>
              <c:pt idx="441">
                <c:v>2022-05-19</c:v>
              </c:pt>
              <c:pt idx="442">
                <c:v>2022-05-20</c:v>
              </c:pt>
              <c:pt idx="443">
                <c:v>2022-05-26</c:v>
              </c:pt>
              <c:pt idx="444">
                <c:v>2022-05-27</c:v>
              </c:pt>
              <c:pt idx="445">
                <c:v>2022-06-16</c:v>
              </c:pt>
              <c:pt idx="446">
                <c:v>2022-06-21</c:v>
              </c:pt>
              <c:pt idx="447">
                <c:v>2022-06-22</c:v>
              </c:pt>
              <c:pt idx="448">
                <c:v>2022-07-14</c:v>
              </c:pt>
              <c:pt idx="449">
                <c:v>2022-07-15</c:v>
              </c:pt>
              <c:pt idx="450">
                <c:v>2022-07-18</c:v>
              </c:pt>
              <c:pt idx="451">
                <c:v>2022-08-05</c:v>
              </c:pt>
              <c:pt idx="452">
                <c:v>2022-08-08</c:v>
              </c:pt>
              <c:pt idx="453">
                <c:v>2022-08-09</c:v>
              </c:pt>
              <c:pt idx="454">
                <c:v>2022-08-29</c:v>
              </c:pt>
              <c:pt idx="455">
                <c:v>2022-08-30</c:v>
              </c:pt>
              <c:pt idx="456">
                <c:v>2022-09-21</c:v>
              </c:pt>
              <c:pt idx="457">
                <c:v>2022-09-22</c:v>
              </c:pt>
              <c:pt idx="458">
                <c:v>2022-09-30</c:v>
              </c:pt>
              <c:pt idx="459">
                <c:v>2022-10-12</c:v>
              </c:pt>
              <c:pt idx="460">
                <c:v>2022-10-13</c:v>
              </c:pt>
              <c:pt idx="461">
                <c:v>2022-10-14</c:v>
              </c:pt>
              <c:pt idx="462">
                <c:v>2022-11-04</c:v>
              </c:pt>
              <c:pt idx="463">
                <c:v>2022-11-07</c:v>
              </c:pt>
              <c:pt idx="464">
                <c:v>2022-11-09</c:v>
              </c:pt>
              <c:pt idx="465">
                <c:v>2022-11-29</c:v>
              </c:pt>
              <c:pt idx="466">
                <c:v>2022-11-30</c:v>
              </c:pt>
              <c:pt idx="467">
                <c:v>2022-12-19</c:v>
              </c:pt>
              <c:pt idx="468">
                <c:v>2022-12-21</c:v>
              </c:pt>
              <c:pt idx="469">
                <c:v>2022-12-22</c:v>
              </c:pt>
              <c:pt idx="470">
                <c:v>2022-12-28</c:v>
              </c:pt>
              <c:pt idx="471">
                <c:v>2023-01-05</c:v>
              </c:pt>
              <c:pt idx="472">
                <c:v>2023-01-17</c:v>
              </c:pt>
              <c:pt idx="473">
                <c:v>2023-01-18</c:v>
              </c:pt>
              <c:pt idx="474">
                <c:v>2023-01-19</c:v>
              </c:pt>
              <c:pt idx="475">
                <c:v>2023-02-08</c:v>
              </c:pt>
              <c:pt idx="476">
                <c:v>2023-02-09</c:v>
              </c:pt>
              <c:pt idx="477">
                <c:v>2023-03-01</c:v>
              </c:pt>
              <c:pt idx="478">
                <c:v>2023-03-03</c:v>
              </c:pt>
              <c:pt idx="479">
                <c:v>2023-03-06</c:v>
              </c:pt>
              <c:pt idx="480">
                <c:v>2023-03-10</c:v>
              </c:pt>
              <c:pt idx="481">
                <c:v>2023-03-13</c:v>
              </c:pt>
              <c:pt idx="482">
                <c:v>2023-03-27</c:v>
              </c:pt>
              <c:pt idx="483">
                <c:v>2023-03-28</c:v>
              </c:pt>
              <c:pt idx="484">
                <c:v>2023-04-19</c:v>
              </c:pt>
              <c:pt idx="485">
                <c:v>2023-04-20</c:v>
              </c:pt>
              <c:pt idx="486">
                <c:v>2023-04-26</c:v>
              </c:pt>
              <c:pt idx="487">
                <c:v>2023-05-04</c:v>
              </c:pt>
              <c:pt idx="488">
                <c:v>2023-05-11</c:v>
              </c:pt>
              <c:pt idx="489">
                <c:v>2023-05-12</c:v>
              </c:pt>
              <c:pt idx="490">
                <c:v>2023-05-16</c:v>
              </c:pt>
              <c:pt idx="491">
                <c:v>2023-06-05</c:v>
              </c:pt>
              <c:pt idx="492">
                <c:v>2023-06-06</c:v>
              </c:pt>
              <c:pt idx="493">
                <c:v>2023-06-07</c:v>
              </c:pt>
              <c:pt idx="494">
                <c:v>2023-06-26</c:v>
              </c:pt>
              <c:pt idx="495">
                <c:v>2023-06-28</c:v>
              </c:pt>
              <c:pt idx="496">
                <c:v>2023-06-29</c:v>
              </c:pt>
              <c:pt idx="497">
                <c:v>2023-07-06</c:v>
              </c:pt>
              <c:pt idx="498">
                <c:v>2023-07-21</c:v>
              </c:pt>
              <c:pt idx="499">
                <c:v>2023-07-24</c:v>
              </c:pt>
              <c:pt idx="500">
                <c:v>2023-08-09</c:v>
              </c:pt>
              <c:pt idx="501">
                <c:v>2023-08-11</c:v>
              </c:pt>
              <c:pt idx="502">
                <c:v>2023-08-14</c:v>
              </c:pt>
              <c:pt idx="503">
                <c:v>2023-08-15</c:v>
              </c:pt>
              <c:pt idx="504">
                <c:v>2023-08-17</c:v>
              </c:pt>
              <c:pt idx="505">
                <c:v>2023-08-24</c:v>
              </c:pt>
              <c:pt idx="506">
                <c:v>2023-09-06</c:v>
              </c:pt>
              <c:pt idx="507">
                <c:v>2023-09-07</c:v>
              </c:pt>
              <c:pt idx="508">
                <c:v>2023-09-26</c:v>
              </c:pt>
              <c:pt idx="509">
                <c:v>2023-09-28</c:v>
              </c:pt>
              <c:pt idx="510">
                <c:v>2023-09-29</c:v>
              </c:pt>
              <c:pt idx="511">
                <c:v>2023-10-20</c:v>
              </c:pt>
              <c:pt idx="512">
                <c:v>2023-10-23</c:v>
              </c:pt>
              <c:pt idx="513">
                <c:v>2023-10-26</c:v>
              </c:pt>
              <c:pt idx="514">
                <c:v>2023-10-27</c:v>
              </c:pt>
              <c:pt idx="515">
                <c:v>2023-11-13</c:v>
              </c:pt>
              <c:pt idx="516">
                <c:v>2023-11-14</c:v>
              </c:pt>
              <c:pt idx="517">
                <c:v>2023-12-06</c:v>
              </c:pt>
              <c:pt idx="518">
                <c:v>2023-12-07</c:v>
              </c:pt>
              <c:pt idx="519">
                <c:v>2023-12-20</c:v>
              </c:pt>
              <c:pt idx="520">
                <c:v>2023-12-29</c:v>
              </c:pt>
              <c:pt idx="521">
                <c:v>2024-01-02</c:v>
              </c:pt>
              <c:pt idx="522">
                <c:v>2024-01-04</c:v>
              </c:pt>
              <c:pt idx="523">
                <c:v>2024-01-24</c:v>
              </c:pt>
              <c:pt idx="524">
                <c:v>2024-01-25</c:v>
              </c:pt>
              <c:pt idx="525">
                <c:v>2024-01-31</c:v>
              </c:pt>
              <c:pt idx="526">
                <c:v>2024-02-15</c:v>
              </c:pt>
              <c:pt idx="527">
                <c:v>2024-02-16</c:v>
              </c:pt>
              <c:pt idx="528">
                <c:v>2024-03-05</c:v>
              </c:pt>
              <c:pt idx="529">
                <c:v>2024-03-11</c:v>
              </c:pt>
              <c:pt idx="530">
                <c:v>2024-03-12</c:v>
              </c:pt>
              <c:pt idx="531">
                <c:v>2024-03-15</c:v>
              </c:pt>
              <c:pt idx="532">
                <c:v>2024-04-03</c:v>
              </c:pt>
              <c:pt idx="533">
                <c:v>2024-04-04</c:v>
              </c:pt>
              <c:pt idx="534">
                <c:v>2024-04-19</c:v>
              </c:pt>
              <c:pt idx="535">
                <c:v>2024-04-25</c:v>
              </c:pt>
              <c:pt idx="536">
                <c:v>2024-04-26</c:v>
              </c:pt>
              <c:pt idx="537">
                <c:v>2024-05-01</c:v>
              </c:pt>
              <c:pt idx="538">
                <c:v>2024-05-17</c:v>
              </c:pt>
              <c:pt idx="539">
                <c:v>2024-05-20</c:v>
              </c:pt>
              <c:pt idx="540">
                <c:v>2024-05-30</c:v>
              </c:pt>
              <c:pt idx="541">
                <c:v>2024-06-11</c:v>
              </c:pt>
              <c:pt idx="542">
                <c:v>2024-06-12</c:v>
              </c:pt>
              <c:pt idx="543">
                <c:v>2024-06-24</c:v>
              </c:pt>
              <c:pt idx="544">
                <c:v>2024-07-05</c:v>
              </c:pt>
              <c:pt idx="545">
                <c:v>2024-07-08</c:v>
              </c:pt>
              <c:pt idx="546">
                <c:v>2024-07-25</c:v>
              </c:pt>
              <c:pt idx="547">
                <c:v>2024-07-29</c:v>
              </c:pt>
              <c:pt idx="548">
                <c:v>2024-07-30</c:v>
              </c:pt>
              <c:pt idx="549">
                <c:v>2024-08-05</c:v>
              </c:pt>
              <c:pt idx="550">
                <c:v>2024-08-20</c:v>
              </c:pt>
              <c:pt idx="551">
                <c:v>2024-08-21</c:v>
              </c:pt>
              <c:pt idx="552">
                <c:v>2024-09-06</c:v>
              </c:pt>
              <c:pt idx="553">
                <c:v>2024-09-12</c:v>
              </c:pt>
              <c:pt idx="554">
                <c:v>2024-09-13</c:v>
              </c:pt>
              <c:pt idx="555">
                <c:v>2024-10-01</c:v>
              </c:pt>
              <c:pt idx="556">
                <c:v>2024-10-03</c:v>
              </c:pt>
              <c:pt idx="557">
                <c:v>2024-10-04</c:v>
              </c:pt>
              <c:pt idx="558">
                <c:v>2024-10-07</c:v>
              </c:pt>
              <c:pt idx="559">
                <c:v>2024-10-23</c:v>
              </c:pt>
              <c:pt idx="560">
                <c:v>2024-10-28</c:v>
              </c:pt>
              <c:pt idx="561">
                <c:v>2024-10-29</c:v>
              </c:pt>
              <c:pt idx="562">
                <c:v>2024-10-31</c:v>
              </c:pt>
              <c:pt idx="563">
                <c:v>2024-11-19</c:v>
              </c:pt>
              <c:pt idx="564">
                <c:v>2024-11-20</c:v>
              </c:pt>
              <c:pt idx="565">
                <c:v>2024-12-12</c:v>
              </c:pt>
              <c:pt idx="566">
                <c:v>2024-12-13</c:v>
              </c:pt>
              <c:pt idx="567">
                <c:v>2024-12-19</c:v>
              </c:pt>
              <c:pt idx="568">
                <c:v>2025-01-07</c:v>
              </c:pt>
              <c:pt idx="569">
                <c:v>2025-01-08</c:v>
              </c:pt>
              <c:pt idx="570">
                <c:v>2025-01-10</c:v>
              </c:pt>
              <c:pt idx="571">
                <c:v>2025-01-13</c:v>
              </c:pt>
              <c:pt idx="572">
                <c:v>2025-01-31</c:v>
              </c:pt>
              <c:pt idx="573">
                <c:v>2025-02-03</c:v>
              </c:pt>
              <c:pt idx="574">
                <c:v>2025-02-25</c:v>
              </c:pt>
              <c:pt idx="575">
                <c:v>2025-02-26</c:v>
              </c:pt>
              <c:pt idx="576">
                <c:v>2025-03-13</c:v>
              </c:pt>
              <c:pt idx="577">
                <c:v>2025-03-19</c:v>
              </c:pt>
              <c:pt idx="578">
                <c:v>2025-03-20</c:v>
              </c:pt>
              <c:pt idx="579">
                <c:v>2025-04-08</c:v>
              </c:pt>
              <c:pt idx="580">
                <c:v>2025-04-10</c:v>
              </c:pt>
              <c:pt idx="581">
                <c:v>2025-04-11</c:v>
              </c:pt>
              <c:pt idx="582">
                <c:v>2025-04-21</c:v>
              </c:pt>
              <c:pt idx="583">
                <c:v>2025-05-05</c:v>
              </c:pt>
              <c:pt idx="584">
                <c:v>2025-05-06</c:v>
              </c:pt>
              <c:pt idx="585">
                <c:v>2025-05-28</c:v>
              </c:pt>
              <c:pt idx="586">
                <c:v>2025-05-29</c:v>
              </c:pt>
              <c:pt idx="587">
                <c:v>2025-05-30</c:v>
              </c:pt>
              <c:pt idx="588">
                <c:v>2025-06-13</c:v>
              </c:pt>
              <c:pt idx="589">
                <c:v>2025-06-20</c:v>
              </c:pt>
              <c:pt idx="590">
                <c:v>2025-06-23</c:v>
              </c:pt>
              <c:pt idx="591">
                <c:v>2025-07-08</c:v>
              </c:pt>
              <c:pt idx="592">
                <c:v>2025-07-15</c:v>
              </c:pt>
              <c:pt idx="593">
                <c:v>2025-07-16</c:v>
              </c:pt>
              <c:pt idx="594">
                <c:v>2025-08-01</c:v>
              </c:pt>
              <c:pt idx="595">
                <c:v>2025-08-06</c:v>
              </c:pt>
              <c:pt idx="596">
                <c:v>2025-08-07</c:v>
              </c:pt>
              <c:pt idx="597">
                <c:v>2025-08-21</c:v>
              </c:pt>
              <c:pt idx="598">
                <c:v>2025-08-28</c:v>
              </c:pt>
              <c:pt idx="599">
                <c:v>2025-08-29</c:v>
              </c:pt>
              <c:pt idx="600">
                <c:v>2025-09-02</c:v>
              </c:pt>
              <c:pt idx="601">
                <c:v>2025-09-22</c:v>
              </c:pt>
              <c:pt idx="602">
                <c:v>2025-09-23</c:v>
              </c:pt>
              <c:pt idx="603">
                <c:v>2025-10-10</c:v>
              </c:pt>
              <c:pt idx="604">
                <c:v>2025-10-14</c:v>
              </c:pt>
              <c:pt idx="605">
                <c:v>2025-10-15</c:v>
              </c:pt>
              <c:pt idx="606">
                <c:v>2025-10-16</c:v>
              </c:pt>
              <c:pt idx="607">
                <c:v>2025-11-04</c:v>
              </c:pt>
              <c:pt idx="608">
                <c:v>2025-11-05</c:v>
              </c:pt>
              <c:pt idx="609">
                <c:v>2025-11-06</c:v>
              </c:pt>
              <c:pt idx="610">
                <c:v>2025-11-20</c:v>
              </c:pt>
              <c:pt idx="611">
                <c:v>2025-11-28</c:v>
              </c:pt>
              <c:pt idx="612">
                <c:v>2025-12-01</c:v>
              </c:pt>
              <c:pt idx="613">
                <c:v>2025-12-17</c:v>
              </c:pt>
              <c:pt idx="614">
                <c:v>2025-12-22</c:v>
              </c:pt>
              <c:pt idx="615">
                <c:v>2025-12-23</c:v>
              </c:pt>
              <c:pt idx="616">
                <c:v>2025-12-31</c:v>
              </c:pt>
              <c:pt idx="617">
                <c:v>2026-01-15</c:v>
              </c:pt>
              <c:pt idx="618">
                <c:v>2026-01-16</c:v>
              </c:pt>
              <c:pt idx="619">
                <c:v>2026-02-05</c:v>
              </c:pt>
              <c:pt idx="620">
                <c:v>2026-02-09</c:v>
              </c:pt>
              <c:pt idx="621">
                <c:v>2026-02-10</c:v>
              </c:pt>
              <c:pt idx="622">
                <c:v>2026-03-03</c:v>
              </c:pt>
              <c:pt idx="623">
                <c:v>2026-03-04</c:v>
              </c:pt>
              <c:pt idx="624">
                <c:v>2026-03-05</c:v>
              </c:pt>
              <c:pt idx="625">
                <c:v>2026-03-26</c:v>
              </c:pt>
              <c:pt idx="626">
                <c:v>2026-03-27</c:v>
              </c:pt>
              <c:pt idx="627">
                <c:v>2026-03-30</c:v>
              </c:pt>
              <c:pt idx="628">
                <c:v>2026-04-20</c:v>
              </c:pt>
              <c:pt idx="629">
                <c:v>2026-04-21</c:v>
              </c:pt>
              <c:pt idx="630">
                <c:v>2026-04-28</c:v>
              </c:pt>
              <c:pt idx="631">
                <c:v>2026-05-12</c:v>
              </c:pt>
              <c:pt idx="632">
                <c:v>2026-05-13</c:v>
              </c:pt>
              <c:pt idx="633">
                <c:v>2026-05-19</c:v>
              </c:pt>
              <c:pt idx="634">
                <c:v>2026-06-04</c:v>
              </c:pt>
              <c:pt idx="635">
                <c:v>2026-06-05</c:v>
              </c:pt>
              <c:pt idx="636">
                <c:v>2026-06-10</c:v>
              </c:pt>
              <c:pt idx="637">
                <c:v>2026-06-29</c:v>
              </c:pt>
              <c:pt idx="638">
                <c:v>2026-06-30</c:v>
              </c:pt>
              <c:pt idx="639">
                <c:v>2026-07-20</c:v>
              </c:pt>
              <c:pt idx="640">
                <c:v>2026-07-22</c:v>
              </c:pt>
              <c:pt idx="641">
                <c:v>2026-07-23</c:v>
              </c:pt>
              <c:pt idx="642">
                <c:v>2026-07-29</c:v>
              </c:pt>
              <c:pt idx="643">
                <c:v>2026-08-13</c:v>
              </c:pt>
              <c:pt idx="644">
                <c:v>2026-08-14</c:v>
              </c:pt>
              <c:pt idx="645">
                <c:v>2026-08-20</c:v>
              </c:pt>
              <c:pt idx="646">
                <c:v>2026-08-27</c:v>
              </c:pt>
            </c:strLit>
          </c:cat>
          <c:val>
            <c:numLit>
              <c:formatCode>0%</c:formatCode>
              <c:ptCount val="647"/>
              <c:pt idx="0">
                <c:v>0</c:v>
              </c:pt>
              <c:pt idx="1">
                <c:v>-0.00560218</c:v>
              </c:pt>
              <c:pt idx="2">
                <c:v>0</c:v>
              </c:pt>
              <c:pt idx="3">
                <c:v>0</c:v>
              </c:pt>
              <c:pt idx="4">
                <c:v>-0.01124033</c:v>
              </c:pt>
              <c:pt idx="5">
                <c:v>-0.00118194</c:v>
              </c:pt>
              <c:pt idx="6">
                <c:v>0</c:v>
              </c:pt>
              <c:pt idx="7">
                <c:v>-0.02773224</c:v>
              </c:pt>
              <c:pt idx="8">
                <c:v>-0.00224269</c:v>
              </c:pt>
              <c:pt idx="9">
                <c:v>-0.00083319</c:v>
              </c:pt>
              <c:pt idx="10">
                <c:v>-0.01074098</c:v>
              </c:pt>
              <c:pt idx="11">
                <c:v>-0.00612184</c:v>
              </c:pt>
              <c:pt idx="12">
                <c:v>-0.01058567</c:v>
              </c:pt>
              <c:pt idx="13">
                <c:v>-0.03172365</c:v>
              </c:pt>
              <c:pt idx="14">
                <c:v>-0.00596768</c:v>
              </c:pt>
              <c:pt idx="15">
                <c:v>0</c:v>
              </c:pt>
              <c:pt idx="16">
                <c:v>-0.00876733</c:v>
              </c:pt>
              <c:pt idx="17">
                <c:v>-6.027E-05</c:v>
              </c:pt>
              <c:pt idx="18">
                <c:v>0</c:v>
              </c:pt>
              <c:pt idx="19">
                <c:v>-0.03529319</c:v>
              </c:pt>
              <c:pt idx="20">
                <c:v>-0.03242241</c:v>
              </c:pt>
              <c:pt idx="21">
                <c:v>-0.01770621</c:v>
              </c:pt>
              <c:pt idx="22">
                <c:v>-0.05550585</c:v>
              </c:pt>
              <c:pt idx="23">
                <c:v>-0.01966557</c:v>
              </c:pt>
              <c:pt idx="24">
                <c:v>-0.01407242</c:v>
              </c:pt>
              <c:pt idx="25">
                <c:v>-0.00536846</c:v>
              </c:pt>
              <c:pt idx="26">
                <c:v>-0.00536846</c:v>
              </c:pt>
              <c:pt idx="27">
                <c:v>-0.03615105</c:v>
              </c:pt>
              <c:pt idx="28">
                <c:v>-0.03141283</c:v>
              </c:pt>
              <c:pt idx="29">
                <c:v>-0.03737935</c:v>
              </c:pt>
              <c:pt idx="30">
                <c:v>-0.04457449</c:v>
              </c:pt>
              <c:pt idx="31">
                <c:v>-0.01169928</c:v>
              </c:pt>
              <c:pt idx="32">
                <c:v>-0.00947677</c:v>
              </c:pt>
              <c:pt idx="33">
                <c:v>-0.02665693</c:v>
              </c:pt>
              <c:pt idx="34">
                <c:v>-0.01928223</c:v>
              </c:pt>
              <c:pt idx="35">
                <c:v>-0.02775992</c:v>
              </c:pt>
              <c:pt idx="36">
                <c:v>-0.03908346</c:v>
              </c:pt>
              <c:pt idx="37">
                <c:v>-0.03838643</c:v>
              </c:pt>
              <c:pt idx="38">
                <c:v>0</c:v>
              </c:pt>
              <c:pt idx="39">
                <c:v>0</c:v>
              </c:pt>
              <c:pt idx="40">
                <c:v>-0.01264312</c:v>
              </c:pt>
              <c:pt idx="41">
                <c:v>-0.00566514</c:v>
              </c:pt>
              <c:pt idx="42">
                <c:v>-0.00877546</c:v>
              </c:pt>
              <c:pt idx="43">
                <c:v>-0.01802629</c:v>
              </c:pt>
              <c:pt idx="44">
                <c:v>-0.01813704</c:v>
              </c:pt>
              <c:pt idx="45">
                <c:v>-0.0065517</c:v>
              </c:pt>
              <c:pt idx="46">
                <c:v>-0.0063349</c:v>
              </c:pt>
              <c:pt idx="47">
                <c:v>-0.03974225</c:v>
              </c:pt>
              <c:pt idx="48">
                <c:v>-0.02956299</c:v>
              </c:pt>
              <c:pt idx="49">
                <c:v>-0.03524861</c:v>
              </c:pt>
              <c:pt idx="50">
                <c:v>-0.05696044</c:v>
              </c:pt>
              <c:pt idx="51">
                <c:v>0</c:v>
              </c:pt>
              <c:pt idx="52">
                <c:v>-0.00037879</c:v>
              </c:pt>
              <c:pt idx="53">
                <c:v>-0.01912289</c:v>
              </c:pt>
              <c:pt idx="54">
                <c:v>-0.00318762</c:v>
              </c:pt>
              <c:pt idx="55">
                <c:v>-0.00849911</c:v>
              </c:pt>
              <c:pt idx="56">
                <c:v>-0.02403641</c:v>
              </c:pt>
              <c:pt idx="57">
                <c:v>-0.00947717</c:v>
              </c:pt>
              <c:pt idx="58">
                <c:v>-0.03028378</c:v>
              </c:pt>
              <c:pt idx="59">
                <c:v>-0.03901936</c:v>
              </c:pt>
              <c:pt idx="60">
                <c:v>-0.00434139</c:v>
              </c:pt>
              <c:pt idx="61">
                <c:v>-0.00243521</c:v>
              </c:pt>
              <c:pt idx="62">
                <c:v>-0.01111808</c:v>
              </c:pt>
              <c:pt idx="63">
                <c:v>-0.01347683</c:v>
              </c:pt>
              <c:pt idx="64">
                <c:v>0</c:v>
              </c:pt>
              <c:pt idx="65">
                <c:v>-0.00073087</c:v>
              </c:pt>
              <c:pt idx="66">
                <c:v>-0.0105323</c:v>
              </c:pt>
              <c:pt idx="67">
                <c:v>0</c:v>
              </c:pt>
              <c:pt idx="68">
                <c:v>0</c:v>
              </c:pt>
              <c:pt idx="69">
                <c:v>-0.00988895</c:v>
              </c:pt>
              <c:pt idx="70">
                <c:v>-0.00802204</c:v>
              </c:pt>
              <c:pt idx="71">
                <c:v>-0.00302738</c:v>
              </c:pt>
              <c:pt idx="72">
                <c:v>-0.03095872</c:v>
              </c:pt>
              <c:pt idx="73">
                <c:v>-0.02396144</c:v>
              </c:pt>
              <c:pt idx="74">
                <c:v>-0.03342536</c:v>
              </c:pt>
              <c:pt idx="75">
                <c:v>-0.03835911</c:v>
              </c:pt>
              <c:pt idx="76">
                <c:v>0</c:v>
              </c:pt>
              <c:pt idx="77">
                <c:v>-0.00039907</c:v>
              </c:pt>
              <c:pt idx="78">
                <c:v>-0.0105913</c:v>
              </c:pt>
              <c:pt idx="79">
                <c:v>0</c:v>
              </c:pt>
              <c:pt idx="80">
                <c:v>-0.00090099</c:v>
              </c:pt>
              <c:pt idx="81">
                <c:v>-0.0514779</c:v>
              </c:pt>
              <c:pt idx="82">
                <c:v>-0.06705945</c:v>
              </c:pt>
              <c:pt idx="83">
                <c:v>-0.07273449</c:v>
              </c:pt>
              <c:pt idx="84">
                <c:v>0</c:v>
              </c:pt>
              <c:pt idx="85">
                <c:v>-0.00346925</c:v>
              </c:pt>
              <c:pt idx="86">
                <c:v>-0.00160563</c:v>
              </c:pt>
              <c:pt idx="87">
                <c:v>-0.0007236</c:v>
              </c:pt>
              <c:pt idx="88">
                <c:v>0</c:v>
              </c:pt>
              <c:pt idx="89">
                <c:v>-0.04850973</c:v>
              </c:pt>
              <c:pt idx="90">
                <c:v>-0.00586534</c:v>
              </c:pt>
              <c:pt idx="91">
                <c:v>-0.00163538</c:v>
              </c:pt>
              <c:pt idx="92">
                <c:v>-0.04264095</c:v>
              </c:pt>
              <c:pt idx="93">
                <c:v>-0.03181331</c:v>
              </c:pt>
              <c:pt idx="94">
                <c:v>-0.03765846</c:v>
              </c:pt>
              <c:pt idx="95">
                <c:v>-0.04647367</c:v>
              </c:pt>
              <c:pt idx="96">
                <c:v>-0.01245703</c:v>
              </c:pt>
              <c:pt idx="97">
                <c:v>-0.01518786</c:v>
              </c:pt>
              <c:pt idx="98">
                <c:v>-0.01959551</c:v>
              </c:pt>
              <c:pt idx="99">
                <c:v>-0.00542908</c:v>
              </c:pt>
              <c:pt idx="100">
                <c:v>0</c:v>
              </c:pt>
              <c:pt idx="101">
                <c:v>-0.00410395</c:v>
              </c:pt>
              <c:pt idx="102">
                <c:v>-0.03533155</c:v>
              </c:pt>
              <c:pt idx="103">
                <c:v>-0.01055641</c:v>
              </c:pt>
              <c:pt idx="104">
                <c:v>-0.02505538</c:v>
              </c:pt>
              <c:pt idx="105">
                <c:v>-0.02737749</c:v>
              </c:pt>
              <c:pt idx="106">
                <c:v>-0.00321207</c:v>
              </c:pt>
              <c:pt idx="107">
                <c:v>-0.01467848</c:v>
              </c:pt>
              <c:pt idx="108">
                <c:v>-0.01705633</c:v>
              </c:pt>
              <c:pt idx="109">
                <c:v>-0.00014163</c:v>
              </c:pt>
              <c:pt idx="110">
                <c:v>-0.00491349</c:v>
              </c:pt>
              <c:pt idx="111">
                <c:v>-0.00789033</c:v>
              </c:pt>
              <c:pt idx="112">
                <c:v>-0.0131147</c:v>
              </c:pt>
              <c:pt idx="113">
                <c:v>-0.01002351</c:v>
              </c:pt>
              <c:pt idx="114">
                <c:v>-0.00740039</c:v>
              </c:pt>
              <c:pt idx="115">
                <c:v>-0.02365358</c:v>
              </c:pt>
              <c:pt idx="116">
                <c:v>-0.00925592</c:v>
              </c:pt>
              <c:pt idx="117">
                <c:v>-0.01226812</c:v>
              </c:pt>
              <c:pt idx="118">
                <c:v>-0.03316516</c:v>
              </c:pt>
              <c:pt idx="119">
                <c:v>-0.0373542</c:v>
              </c:pt>
              <c:pt idx="120">
                <c:v>0</c:v>
              </c:pt>
              <c:pt idx="121">
                <c:v>0</c:v>
              </c:pt>
              <c:pt idx="122">
                <c:v>-0.02728244</c:v>
              </c:pt>
              <c:pt idx="123">
                <c:v>-0.00950201</c:v>
              </c:pt>
              <c:pt idx="124">
                <c:v>-0.01843927</c:v>
              </c:pt>
              <c:pt idx="125">
                <c:v>-0.11910244</c:v>
              </c:pt>
              <c:pt idx="126">
                <c:v>-0.09793491</c:v>
              </c:pt>
              <c:pt idx="127">
                <c:v>-0.08081271</c:v>
              </c:pt>
              <c:pt idx="128">
                <c:v>-0.0940776</c:v>
              </c:pt>
              <c:pt idx="129">
                <c:v>-0.08790225</c:v>
              </c:pt>
              <c:pt idx="130">
                <c:v>-0.08813865</c:v>
              </c:pt>
              <c:pt idx="131">
                <c:v>-0.11102391</c:v>
              </c:pt>
              <c:pt idx="132">
                <c:v>-0.11050368</c:v>
              </c:pt>
              <c:pt idx="133">
                <c:v>-0.03886945</c:v>
              </c:pt>
              <c:pt idx="134">
                <c:v>-0.03839639</c:v>
              </c:pt>
              <c:pt idx="135">
                <c:v>-0.04558346</c:v>
              </c:pt>
              <c:pt idx="136">
                <c:v>-0.01612597</c:v>
              </c:pt>
              <c:pt idx="137">
                <c:v>-0.0138564</c:v>
              </c:pt>
              <c:pt idx="138">
                <c:v>-0.04232085</c:v>
              </c:pt>
              <c:pt idx="139">
                <c:v>-0.01399819</c:v>
              </c:pt>
              <c:pt idx="140">
                <c:v>-0.02780501</c:v>
              </c:pt>
              <c:pt idx="141">
                <c:v>-0.04860752</c:v>
              </c:pt>
              <c:pt idx="142">
                <c:v>-0.0216863</c:v>
              </c:pt>
              <c:pt idx="143">
                <c:v>-0.02392169</c:v>
              </c:pt>
              <c:pt idx="144">
                <c:v>-0.11695839</c:v>
              </c:pt>
              <c:pt idx="145">
                <c:v>-0.11201196</c:v>
              </c:pt>
              <c:pt idx="146">
                <c:v>-0.13022921</c:v>
              </c:pt>
              <c:pt idx="147">
                <c:v>-0.11229726</c:v>
              </c:pt>
              <c:pt idx="148">
                <c:v>-0.04589657</c:v>
              </c:pt>
              <c:pt idx="149">
                <c:v>-0.05631327</c:v>
              </c:pt>
              <c:pt idx="150">
                <c:v>-0.01501482</c:v>
              </c:pt>
              <c:pt idx="151">
                <c:v>-0.01740509</c:v>
              </c:pt>
              <c:pt idx="152">
                <c:v>-0.02491155</c:v>
              </c:pt>
              <c:pt idx="153">
                <c:v>-0.02457675</c:v>
              </c:pt>
              <c:pt idx="154">
                <c:v>-0.00537811</c:v>
              </c:pt>
              <c:pt idx="155">
                <c:v>-0.00537811</c:v>
              </c:pt>
              <c:pt idx="156">
                <c:v>-0.02441688</c:v>
              </c:pt>
              <c:pt idx="157">
                <c:v>-0.02541654</c:v>
              </c:pt>
              <c:pt idx="158">
                <c:v>-0.01580215</c:v>
              </c:pt>
              <c:pt idx="159">
                <c:v>-0.02808177</c:v>
              </c:pt>
              <c:pt idx="160">
                <c:v>0</c:v>
              </c:pt>
              <c:pt idx="161">
                <c:v>0</c:v>
              </c:pt>
              <c:pt idx="162">
                <c:v>-0.05524321</c:v>
              </c:pt>
              <c:pt idx="163">
                <c:v>-0.0218265</c:v>
              </c:pt>
              <c:pt idx="164">
                <c:v>-0.00847907</c:v>
              </c:pt>
              <c:pt idx="165">
                <c:v>-0.01354338</c:v>
              </c:pt>
              <c:pt idx="166">
                <c:v>0</c:v>
              </c:pt>
              <c:pt idx="167">
                <c:v>-0.0027161</c:v>
              </c:pt>
              <c:pt idx="168">
                <c:v>-0.00777997</c:v>
              </c:pt>
              <c:pt idx="169">
                <c:v>0</c:v>
              </c:pt>
              <c:pt idx="170">
                <c:v>-0.0051574</c:v>
              </c:pt>
              <c:pt idx="171">
                <c:v>-0.00821556</c:v>
              </c:pt>
              <c:pt idx="172">
                <c:v>-0.00497491</c:v>
              </c:pt>
              <c:pt idx="173">
                <c:v>-0.00036499</c:v>
              </c:pt>
              <c:pt idx="174">
                <c:v>-0.00264706</c:v>
              </c:pt>
              <c:pt idx="175">
                <c:v>-0.02651879</c:v>
              </c:pt>
              <c:pt idx="176">
                <c:v>-0.02711222</c:v>
              </c:pt>
              <c:pt idx="177">
                <c:v>-0.01517885</c:v>
              </c:pt>
              <c:pt idx="178">
                <c:v>-0.00774714</c:v>
              </c:pt>
              <c:pt idx="179">
                <c:v>-0.020913</c:v>
              </c:pt>
              <c:pt idx="180">
                <c:v>-0.02573003</c:v>
              </c:pt>
              <c:pt idx="181">
                <c:v>-0.01839014</c:v>
              </c:pt>
              <c:pt idx="182">
                <c:v>-0.01421577</c:v>
              </c:pt>
              <c:pt idx="183">
                <c:v>-0.04329961</c:v>
              </c:pt>
              <c:pt idx="184">
                <c:v>-0.00641695</c:v>
              </c:pt>
              <c:pt idx="185">
                <c:v>0</c:v>
              </c:pt>
              <c:pt idx="186">
                <c:v>-0.00880294</c:v>
              </c:pt>
              <c:pt idx="187">
                <c:v>0</c:v>
              </c:pt>
              <c:pt idx="188">
                <c:v>0</c:v>
              </c:pt>
              <c:pt idx="189">
                <c:v>-0.01278743</c:v>
              </c:pt>
              <c:pt idx="190">
                <c:v>-0.00523531</c:v>
              </c:pt>
              <c:pt idx="191">
                <c:v>-0.00572179</c:v>
              </c:pt>
              <c:pt idx="192">
                <c:v>0</c:v>
              </c:pt>
              <c:pt idx="193">
                <c:v>-0.00104552</c:v>
              </c:pt>
              <c:pt idx="194">
                <c:v>-0.00879921</c:v>
              </c:pt>
              <c:pt idx="195">
                <c:v>-0.00888651</c:v>
              </c:pt>
              <c:pt idx="196">
                <c:v>-0.0008517</c:v>
              </c:pt>
              <c:pt idx="197">
                <c:v>0</c:v>
              </c:pt>
              <c:pt idx="198">
                <c:v>-0.01342901</c:v>
              </c:pt>
              <c:pt idx="199">
                <c:v>-0.00821571</c:v>
              </c:pt>
              <c:pt idx="200">
                <c:v>-0.01201087</c:v>
              </c:pt>
              <c:pt idx="201">
                <c:v>-0.02099067</c:v>
              </c:pt>
              <c:pt idx="202">
                <c:v>-0.02145141</c:v>
              </c:pt>
              <c:pt idx="203">
                <c:v>-0.01366075</c:v>
              </c:pt>
              <c:pt idx="204">
                <c:v>-0.01659295</c:v>
              </c:pt>
              <c:pt idx="205">
                <c:v>-0.02610074</c:v>
              </c:pt>
              <c:pt idx="206">
                <c:v>-0.00059198</c:v>
              </c:pt>
              <c:pt idx="207">
                <c:v>-0.00277007</c:v>
              </c:pt>
              <c:pt idx="208">
                <c:v>-0.0186432</c:v>
              </c:pt>
              <c:pt idx="209">
                <c:v>-0.00828135</c:v>
              </c:pt>
              <c:pt idx="210">
                <c:v>-0.00324591</c:v>
              </c:pt>
              <c:pt idx="211">
                <c:v>-0.00393137</c:v>
              </c:pt>
              <c:pt idx="212">
                <c:v>-0.00331715</c:v>
              </c:pt>
              <c:pt idx="213">
                <c:v>0</c:v>
              </c:pt>
              <c:pt idx="214">
                <c:v>-0.00126745</c:v>
              </c:pt>
              <c:pt idx="215">
                <c:v>-0.0167987</c:v>
              </c:pt>
              <c:pt idx="216">
                <c:v>-0.01042244</c:v>
              </c:pt>
              <c:pt idx="217">
                <c:v>-0.00210148</c:v>
              </c:pt>
              <c:pt idx="218">
                <c:v>-0.00266742</c:v>
              </c:pt>
              <c:pt idx="219">
                <c:v>-0.02081752</c:v>
              </c:pt>
              <c:pt idx="220">
                <c:v>-0.020051</c:v>
              </c:pt>
              <c:pt idx="221">
                <c:v>-0.00980349</c:v>
              </c:pt>
              <c:pt idx="222">
                <c:v>-0.01565357</c:v>
              </c:pt>
              <c:pt idx="223">
                <c:v>0</c:v>
              </c:pt>
              <c:pt idx="224">
                <c:v>-0.00032001</c:v>
              </c:pt>
              <c:pt idx="225">
                <c:v>-0.00451869</c:v>
              </c:pt>
              <c:pt idx="226">
                <c:v>0</c:v>
              </c:pt>
              <c:pt idx="227">
                <c:v>-0.0011389</c:v>
              </c:pt>
              <c:pt idx="228">
                <c:v>-0.00707882</c:v>
              </c:pt>
              <c:pt idx="229">
                <c:v>0</c:v>
              </c:pt>
              <c:pt idx="230">
                <c:v>-0.00372511</c:v>
              </c:pt>
              <c:pt idx="231">
                <c:v>-0.01030441</c:v>
              </c:pt>
              <c:pt idx="232">
                <c:v>-0.00312623</c:v>
              </c:pt>
              <c:pt idx="233">
                <c:v>0</c:v>
              </c:pt>
              <c:pt idx="234">
                <c:v>-0.00686773</c:v>
              </c:pt>
              <c:pt idx="235">
                <c:v>-0.00011244</c:v>
              </c:pt>
              <c:pt idx="236">
                <c:v>-0.00419804</c:v>
              </c:pt>
              <c:pt idx="237">
                <c:v>-0.0049964</c:v>
              </c:pt>
              <c:pt idx="238">
                <c:v>0</c:v>
              </c:pt>
              <c:pt idx="239">
                <c:v>0</c:v>
              </c:pt>
              <c:pt idx="240">
                <c:v>-0.01681937</c:v>
              </c:pt>
              <c:pt idx="241">
                <c:v>-0.0163306</c:v>
              </c:pt>
              <c:pt idx="242">
                <c:v>-0.01744752</c:v>
              </c:pt>
              <c:pt idx="243">
                <c:v>-0.10101938</c:v>
              </c:pt>
              <c:pt idx="244">
                <c:v>-0.0414197</c:v>
              </c:pt>
              <c:pt idx="245">
                <c:v>-0.03028852</c:v>
              </c:pt>
              <c:pt idx="246">
                <c:v>-0.06588042</c:v>
              </c:pt>
              <c:pt idx="247">
                <c:v>-0.05236499</c:v>
              </c:pt>
              <c:pt idx="248">
                <c:v>-0.05075329</c:v>
              </c:pt>
              <c:pt idx="249">
                <c:v>-0.09797921</c:v>
              </c:pt>
              <c:pt idx="250">
                <c:v>-0.07594277</c:v>
              </c:pt>
              <c:pt idx="251">
                <c:v>-0.06834048</c:v>
              </c:pt>
              <c:pt idx="252">
                <c:v>-0.07867545</c:v>
              </c:pt>
              <c:pt idx="253">
                <c:v>-0.0799366</c:v>
              </c:pt>
              <c:pt idx="254">
                <c:v>-0.06802498</c:v>
              </c:pt>
              <c:pt idx="255">
                <c:v>-0.04654943</c:v>
              </c:pt>
              <c:pt idx="256">
                <c:v>-0.05751486</c:v>
              </c:pt>
              <c:pt idx="257">
                <c:v>-0.03047896</c:v>
              </c:pt>
              <c:pt idx="258">
                <c:v>-0.02882493</c:v>
              </c:pt>
              <c:pt idx="259">
                <c:v>-0.05212154</c:v>
              </c:pt>
              <c:pt idx="260">
                <c:v>-0.01685994</c:v>
              </c:pt>
              <c:pt idx="261">
                <c:v>-0.01608533</c:v>
              </c:pt>
              <c:pt idx="262">
                <c:v>-0.01696554</c:v>
              </c:pt>
              <c:pt idx="263">
                <c:v>-0.01481873</c:v>
              </c:pt>
              <c:pt idx="264">
                <c:v>-0.00197378</c:v>
              </c:pt>
              <c:pt idx="265">
                <c:v>0</c:v>
              </c:pt>
              <c:pt idx="266">
                <c:v>-0.01330651</c:v>
              </c:pt>
              <c:pt idx="267">
                <c:v>0</c:v>
              </c:pt>
              <c:pt idx="268">
                <c:v>0</c:v>
              </c:pt>
              <c:pt idx="269">
                <c:v>-0.01331116</c:v>
              </c:pt>
              <c:pt idx="270">
                <c:v>-0.00089198</c:v>
              </c:pt>
              <c:pt idx="271">
                <c:v>0</c:v>
              </c:pt>
              <c:pt idx="272">
                <c:v>-0.06873054</c:v>
              </c:pt>
              <c:pt idx="273">
                <c:v>-0.05579678</c:v>
              </c:pt>
              <c:pt idx="274">
                <c:v>-0.09716474</c:v>
              </c:pt>
              <c:pt idx="275">
                <c:v>-0.0696884</c:v>
              </c:pt>
              <c:pt idx="276">
                <c:v>-0.06455636</c:v>
              </c:pt>
              <c:pt idx="277">
                <c:v>-0.09925178</c:v>
              </c:pt>
              <c:pt idx="278">
                <c:v>-0.0816303</c:v>
              </c:pt>
              <c:pt idx="279">
                <c:v>-0.06048462</c:v>
              </c:pt>
              <c:pt idx="280">
                <c:v>-0.15427179</c:v>
              </c:pt>
              <c:pt idx="281">
                <c:v>-0.17160057</c:v>
              </c:pt>
              <c:pt idx="282">
                <c:v>-0.19348909</c:v>
              </c:pt>
              <c:pt idx="283">
                <c:v>-0.10397231</c:v>
              </c:pt>
              <c:pt idx="284">
                <c:v>-0.10180415</c:v>
              </c:pt>
              <c:pt idx="285">
                <c:v>-0.07027902</c:v>
              </c:pt>
              <c:pt idx="286">
                <c:v>-0.06914322</c:v>
              </c:pt>
              <c:pt idx="287">
                <c:v>-0.06862704</c:v>
              </c:pt>
              <c:pt idx="288">
                <c:v>-0.03840912</c:v>
              </c:pt>
              <c:pt idx="289">
                <c:v>-0.03971739</c:v>
              </c:pt>
              <c:pt idx="290">
                <c:v>-0.05541139</c:v>
              </c:pt>
              <c:pt idx="291">
                <c:v>-0.02822828</c:v>
              </c:pt>
              <c:pt idx="292">
                <c:v>-0.03330984</c:v>
              </c:pt>
              <c:pt idx="293">
                <c:v>-0.00244712</c:v>
              </c:pt>
              <c:pt idx="294">
                <c:v>-0.00048308</c:v>
              </c:pt>
              <c:pt idx="295">
                <c:v>-0.02506549</c:v>
              </c:pt>
              <c:pt idx="296">
                <c:v>-0.02016832</c:v>
              </c:pt>
              <c:pt idx="297">
                <c:v>-0.04479169</c:v>
              </c:pt>
              <c:pt idx="298">
                <c:v>-0.06618381</c:v>
              </c:pt>
              <c:pt idx="299">
                <c:v>-0.0459139</c:v>
              </c:pt>
              <c:pt idx="300">
                <c:v>-0.03764924</c:v>
              </c:pt>
              <c:pt idx="301">
                <c:v>-0.01344324</c:v>
              </c:pt>
              <c:pt idx="302">
                <c:v>-0.00994442</c:v>
              </c:pt>
              <c:pt idx="303">
                <c:v>-0.01190329</c:v>
              </c:pt>
              <c:pt idx="304">
                <c:v>-0.00947633</c:v>
              </c:pt>
              <c:pt idx="305">
                <c:v>-0.06022939</c:v>
              </c:pt>
              <c:pt idx="306">
                <c:v>-0.04615724</c:v>
              </c:pt>
              <c:pt idx="307">
                <c:v>-0.03132339</c:v>
              </c:pt>
              <c:pt idx="308">
                <c:v>-0.05996471</c:v>
              </c:pt>
              <c:pt idx="309">
                <c:v>-0.02638956</c:v>
              </c:pt>
              <c:pt idx="310">
                <c:v>-0.01387361</c:v>
              </c:pt>
              <c:pt idx="311">
                <c:v>-0.01580596</c:v>
              </c:pt>
              <c:pt idx="312">
                <c:v>-0.01204736</c:v>
              </c:pt>
              <c:pt idx="313">
                <c:v>-0.01736965</c:v>
              </c:pt>
              <c:pt idx="314">
                <c:v>-0.04178568</c:v>
              </c:pt>
              <c:pt idx="315">
                <c:v>-0.00882069</c:v>
              </c:pt>
              <c:pt idx="316">
                <c:v>-0.00210157</c:v>
              </c:pt>
              <c:pt idx="317">
                <c:v>-0.00536124</c:v>
              </c:pt>
              <c:pt idx="318">
                <c:v>-0.00190961</c:v>
              </c:pt>
              <c:pt idx="319">
                <c:v>0</c:v>
              </c:pt>
              <c:pt idx="320">
                <c:v>-0.01879679</c:v>
              </c:pt>
              <c:pt idx="321">
                <c:v>-0.01274274</c:v>
              </c:pt>
              <c:pt idx="322">
                <c:v>-0.01096774</c:v>
              </c:pt>
              <c:pt idx="323">
                <c:v>-0.00024798</c:v>
              </c:pt>
              <c:pt idx="324">
                <c:v>-0.00575961</c:v>
              </c:pt>
              <c:pt idx="325">
                <c:v>-0.00757247</c:v>
              </c:pt>
              <c:pt idx="326">
                <c:v>-0.00183744</c:v>
              </c:pt>
              <c:pt idx="327">
                <c:v>-0.00069269</c:v>
              </c:pt>
              <c:pt idx="328">
                <c:v>-0.02545542</c:v>
              </c:pt>
              <c:pt idx="329">
                <c:v>-0.0307875</c:v>
              </c:pt>
              <c:pt idx="330">
                <c:v>-0.00106715</c:v>
              </c:pt>
              <c:pt idx="331">
                <c:v>0</c:v>
              </c:pt>
              <c:pt idx="332">
                <c:v>-0.18948376</c:v>
              </c:pt>
              <c:pt idx="333">
                <c:v>-0.14754363</c:v>
              </c:pt>
              <c:pt idx="334">
                <c:v>-0.33717261</c:v>
              </c:pt>
              <c:pt idx="335">
                <c:v>-0.23371259</c:v>
              </c:pt>
              <c:pt idx="336">
                <c:v>-0.26819924</c:v>
              </c:pt>
              <c:pt idx="337">
                <c:v>-0.17029897</c:v>
              </c:pt>
              <c:pt idx="338">
                <c:v>-0.15873378</c:v>
              </c:pt>
              <c:pt idx="339">
                <c:v>-0.15926942</c:v>
              </c:pt>
              <c:pt idx="340">
                <c:v>-0.16280661</c:v>
              </c:pt>
              <c:pt idx="341">
                <c:v>-0.14889346</c:v>
              </c:pt>
              <c:pt idx="342">
                <c:v>-0.12296914</c:v>
              </c:pt>
              <c:pt idx="343">
                <c:v>-0.13197707</c:v>
              </c:pt>
              <c:pt idx="344">
                <c:v>-0.04629547</c:v>
              </c:pt>
              <c:pt idx="345">
                <c:v>-0.05161728</c:v>
              </c:pt>
              <c:pt idx="346">
                <c:v>-0.10629054</c:v>
              </c:pt>
              <c:pt idx="347">
                <c:v>-0.07276581</c:v>
              </c:pt>
              <c:pt idx="348">
                <c:v>-0.06765931</c:v>
              </c:pt>
              <c:pt idx="349">
                <c:v>-0.0418298</c:v>
              </c:pt>
              <c:pt idx="350">
                <c:v>-0.03484269</c:v>
              </c:pt>
              <c:pt idx="351">
                <c:v>-0.04096385</c:v>
              </c:pt>
              <c:pt idx="352">
                <c:v>-0.00825442</c:v>
              </c:pt>
              <c:pt idx="353">
                <c:v>0</c:v>
              </c:pt>
              <c:pt idx="354">
                <c:v>0</c:v>
              </c:pt>
              <c:pt idx="355">
                <c:v>-0.06846548</c:v>
              </c:pt>
              <c:pt idx="356">
                <c:v>-0.05007003</c:v>
              </c:pt>
              <c:pt idx="357">
                <c:v>-0.06656444</c:v>
              </c:pt>
              <c:pt idx="358">
                <c:v>-0.09440455</c:v>
              </c:pt>
              <c:pt idx="359">
                <c:v>-0.05398642</c:v>
              </c:pt>
              <c:pt idx="360">
                <c:v>-0.06296823</c:v>
              </c:pt>
              <c:pt idx="361">
                <c:v>-0.0294545</c:v>
              </c:pt>
              <c:pt idx="362">
                <c:v>-0.04739034</c:v>
              </c:pt>
              <c:pt idx="363">
                <c:v>-0.08345805</c:v>
              </c:pt>
              <c:pt idx="364">
                <c:v>0</c:v>
              </c:pt>
              <c:pt idx="365">
                <c:v>-0.00537829</c:v>
              </c:pt>
              <c:pt idx="366">
                <c:v>-0.01996887</c:v>
              </c:pt>
              <c:pt idx="367">
                <c:v>-0.01409372</c:v>
              </c:pt>
              <c:pt idx="368">
                <c:v>-0.00896902</c:v>
              </c:pt>
              <c:pt idx="369">
                <c:v>-0.00929314</c:v>
              </c:pt>
              <c:pt idx="370">
                <c:v>-0.0104546</c:v>
              </c:pt>
              <c:pt idx="371">
                <c:v>-0.01488512</c:v>
              </c:pt>
              <c:pt idx="372">
                <c:v>-0.01361411</c:v>
              </c:pt>
              <c:pt idx="373">
                <c:v>-0.0068205</c:v>
              </c:pt>
              <c:pt idx="374">
                <c:v>-0.02596329</c:v>
              </c:pt>
              <c:pt idx="375">
                <c:v>-0.0175864</c:v>
              </c:pt>
              <c:pt idx="376">
                <c:v>-0.03725392</c:v>
              </c:pt>
              <c:pt idx="377">
                <c:v>-0.00664706</c:v>
              </c:pt>
              <c:pt idx="378">
                <c:v>-0.01428795</c:v>
              </c:pt>
              <c:pt idx="379">
                <c:v>-0.04059692</c:v>
              </c:pt>
              <c:pt idx="380">
                <c:v>-0.02781166</c:v>
              </c:pt>
              <c:pt idx="381">
                <c:v>0</c:v>
              </c:pt>
              <c:pt idx="382">
                <c:v>-0.00126163</c:v>
              </c:pt>
              <c:pt idx="383">
                <c:v>-0.02132303</c:v>
              </c:pt>
              <c:pt idx="384">
                <c:v>0</c:v>
              </c:pt>
              <c:pt idx="385">
                <c:v>0</c:v>
              </c:pt>
              <c:pt idx="386">
                <c:v>-0.01219864</c:v>
              </c:pt>
              <c:pt idx="387">
                <c:v>-0.01195918</c:v>
              </c:pt>
              <c:pt idx="388">
                <c:v>0</c:v>
              </c:pt>
              <c:pt idx="389">
                <c:v>-0.00657049</c:v>
              </c:pt>
              <c:pt idx="390">
                <c:v>-0.0395858</c:v>
              </c:pt>
              <c:pt idx="391">
                <c:v>-0.01700942</c:v>
              </c:pt>
              <c:pt idx="392">
                <c:v>-0.00698853</c:v>
              </c:pt>
              <c:pt idx="393">
                <c:v>-0.00919167</c:v>
              </c:pt>
              <c:pt idx="394">
                <c:v>-0.00793594</c:v>
              </c:pt>
              <c:pt idx="395">
                <c:v>-0.00183437</c:v>
              </c:pt>
              <c:pt idx="396">
                <c:v>-0.00740729</c:v>
              </c:pt>
              <c:pt idx="397">
                <c:v>-0.02112246</c:v>
              </c:pt>
              <c:pt idx="398">
                <c:v>-0.00814805</c:v>
              </c:pt>
              <c:pt idx="399">
                <c:v>0</c:v>
              </c:pt>
              <c:pt idx="400">
                <c:v>-0.02770634</c:v>
              </c:pt>
              <c:pt idx="401">
                <c:v>-0.00569141</c:v>
              </c:pt>
              <c:pt idx="402">
                <c:v>-0.00777764</c:v>
              </c:pt>
              <c:pt idx="403">
                <c:v>-0.01742836</c:v>
              </c:pt>
              <c:pt idx="404">
                <c:v>-0.01590706</c:v>
              </c:pt>
              <c:pt idx="405">
                <c:v>0</c:v>
              </c:pt>
              <c:pt idx="406">
                <c:v>0</c:v>
              </c:pt>
              <c:pt idx="407">
                <c:v>-0.0199034</c:v>
              </c:pt>
              <c:pt idx="408">
                <c:v>-0.01171694</c:v>
              </c:pt>
              <c:pt idx="409">
                <c:v>-0.01328358</c:v>
              </c:pt>
              <c:pt idx="410">
                <c:v>-0.04009535</c:v>
              </c:pt>
              <c:pt idx="411">
                <c:v>-0.05114152</c:v>
              </c:pt>
              <c:pt idx="412">
                <c:v>-0.02896064</c:v>
              </c:pt>
              <c:pt idx="413">
                <c:v>-0.03073168</c:v>
              </c:pt>
              <c:pt idx="414">
                <c:v>-0.04011754</c:v>
              </c:pt>
              <c:pt idx="415">
                <c:v>0</c:v>
              </c:pt>
              <c:pt idx="416">
                <c:v>0</c:v>
              </c:pt>
              <c:pt idx="417">
                <c:v>-0.01132359</c:v>
              </c:pt>
              <c:pt idx="418">
                <c:v>-0.00459873</c:v>
              </c:pt>
              <c:pt idx="419">
                <c:v>-0.00327854</c:v>
              </c:pt>
              <c:pt idx="420">
                <c:v>-0.04093859</c:v>
              </c:pt>
              <c:pt idx="421">
                <c:v>-0.00029731</c:v>
              </c:pt>
              <c:pt idx="422">
                <c:v>-0.00911315</c:v>
              </c:pt>
              <c:pt idx="423">
                <c:v>-0.0300834</c:v>
              </c:pt>
              <c:pt idx="424">
                <c:v>-0.02432456</c:v>
              </c:pt>
              <c:pt idx="425">
                <c:v>-0.02553851</c:v>
              </c:pt>
              <c:pt idx="426">
                <c:v>-0.09727673</c:v>
              </c:pt>
              <c:pt idx="427">
                <c:v>-0.05183065</c:v>
              </c:pt>
              <c:pt idx="428">
                <c:v>-0.04262018</c:v>
              </c:pt>
              <c:pt idx="429">
                <c:v>-0.11672356</c:v>
              </c:pt>
              <c:pt idx="430">
                <c:v>-0.10343122</c:v>
              </c:pt>
              <c:pt idx="431">
                <c:v>-0.08364932</c:v>
              </c:pt>
              <c:pt idx="432">
                <c:v>-0.12865565</c:v>
              </c:pt>
              <c:pt idx="433">
                <c:v>-0.12708546</c:v>
              </c:pt>
              <c:pt idx="434">
                <c:v>-0.06658667</c:v>
              </c:pt>
              <c:pt idx="435">
                <c:v>-0.06685967</c:v>
              </c:pt>
              <c:pt idx="436">
                <c:v>-0.07624572</c:v>
              </c:pt>
              <c:pt idx="437">
                <c:v>-0.07966848</c:v>
              </c:pt>
              <c:pt idx="438">
                <c:v>-0.1348728</c:v>
              </c:pt>
              <c:pt idx="439">
                <c:v>-0.09904993</c:v>
              </c:pt>
              <c:pt idx="440">
                <c:v>-0.13107215</c:v>
              </c:pt>
              <c:pt idx="441">
                <c:v>-0.18220295</c:v>
              </c:pt>
              <c:pt idx="442">
                <c:v>-0.18184603</c:v>
              </c:pt>
              <c:pt idx="443">
                <c:v>-0.14892068</c:v>
              </c:pt>
              <c:pt idx="444">
                <c:v>-0.12802763</c:v>
              </c:pt>
              <c:pt idx="445">
                <c:v>-0.23009987</c:v>
              </c:pt>
              <c:pt idx="446">
                <c:v>-0.20901713</c:v>
              </c:pt>
              <c:pt idx="447">
                <c:v>-0.21045112</c:v>
              </c:pt>
              <c:pt idx="448">
                <c:v>-0.20302803</c:v>
              </c:pt>
              <c:pt idx="449">
                <c:v>-0.18780171</c:v>
              </c:pt>
              <c:pt idx="450">
                <c:v>-0.19450798</c:v>
              </c:pt>
              <c:pt idx="451">
                <c:v>-0.12803564</c:v>
              </c:pt>
              <c:pt idx="452">
                <c:v>-0.12904788</c:v>
              </c:pt>
              <c:pt idx="453">
                <c:v>-0.13250655</c:v>
              </c:pt>
              <c:pt idx="454">
                <c:v>-0.15089613</c:v>
              </c:pt>
              <c:pt idx="455">
                <c:v>-0.16021754</c:v>
              </c:pt>
              <c:pt idx="456">
                <c:v>-0.20085514</c:v>
              </c:pt>
              <c:pt idx="457">
                <c:v>-0.20756806</c:v>
              </c:pt>
              <c:pt idx="458">
                <c:v>-0.2436511</c:v>
              </c:pt>
              <c:pt idx="459">
                <c:v>-0.24496391</c:v>
              </c:pt>
              <c:pt idx="460">
                <c:v>-0.2250376</c:v>
              </c:pt>
              <c:pt idx="461">
                <c:v>-0.24269814</c:v>
              </c:pt>
              <c:pt idx="462">
                <c:v>-0.2030575</c:v>
              </c:pt>
              <c:pt idx="463">
                <c:v>-0.19543426</c:v>
              </c:pt>
              <c:pt idx="464">
                <c:v>-0.20775864</c:v>
              </c:pt>
              <c:pt idx="465">
                <c:v>-0.163078</c:v>
              </c:pt>
              <c:pt idx="466">
                <c:v>-0.13671457</c:v>
              </c:pt>
              <c:pt idx="467">
                <c:v>-0.19159083</c:v>
              </c:pt>
              <c:pt idx="468">
                <c:v>-0.17838043</c:v>
              </c:pt>
              <c:pt idx="469">
                <c:v>-0.19010163</c:v>
              </c:pt>
              <c:pt idx="470">
                <c:v>-0.19873847</c:v>
              </c:pt>
              <c:pt idx="471">
                <c:v>-0.19295238</c:v>
              </c:pt>
              <c:pt idx="472">
                <c:v>-0.15383175</c:v>
              </c:pt>
              <c:pt idx="473">
                <c:v>-0.16719104</c:v>
              </c:pt>
              <c:pt idx="474">
                <c:v>-0.17325386</c:v>
              </c:pt>
              <c:pt idx="475">
                <c:v>-0.12643238</c:v>
              </c:pt>
              <c:pt idx="476">
                <c:v>-0.13400545</c:v>
              </c:pt>
              <c:pt idx="477">
                <c:v>-0.16027743</c:v>
              </c:pt>
              <c:pt idx="478">
                <c:v>-0.14017433</c:v>
              </c:pt>
              <c:pt idx="479">
                <c:v>-0.13957883</c:v>
              </c:pt>
              <c:pt idx="480">
                <c:v>-0.1790612</c:v>
              </c:pt>
              <c:pt idx="481">
                <c:v>-0.18023123</c:v>
              </c:pt>
              <c:pt idx="482">
                <c:v>-0.15333551</c:v>
              </c:pt>
              <c:pt idx="483">
                <c:v>-0.155236</c:v>
              </c:pt>
              <c:pt idx="484">
                <c:v>-0.11564554</c:v>
              </c:pt>
              <c:pt idx="485">
                <c:v>-0.1204716</c:v>
              </c:pt>
              <c:pt idx="486">
                <c:v>-0.13653003</c:v>
              </c:pt>
              <c:pt idx="487">
                <c:v>-0.1348857</c:v>
              </c:pt>
              <c:pt idx="488">
                <c:v>-0.11993789</c:v>
              </c:pt>
              <c:pt idx="489">
                <c:v>-0.12109093</c:v>
              </c:pt>
              <c:pt idx="490">
                <c:v>-0.12395234</c:v>
              </c:pt>
              <c:pt idx="491">
                <c:v>-0.08797087</c:v>
              </c:pt>
              <c:pt idx="492">
                <c:v>-0.08598496</c:v>
              </c:pt>
              <c:pt idx="493">
                <c:v>-0.08914544</c:v>
              </c:pt>
              <c:pt idx="494">
                <c:v>-0.07528101</c:v>
              </c:pt>
              <c:pt idx="495">
                <c:v>-0.06467157</c:v>
              </c:pt>
              <c:pt idx="496">
                <c:v>-0.06098505</c:v>
              </c:pt>
              <c:pt idx="497">
                <c:v>-0.05766284</c:v>
              </c:pt>
              <c:pt idx="498">
                <c:v>-0.0308283</c:v>
              </c:pt>
              <c:pt idx="499">
                <c:v>-0.02649874</c:v>
              </c:pt>
              <c:pt idx="500">
                <c:v>-0.04460996</c:v>
              </c:pt>
              <c:pt idx="501">
                <c:v>-0.04482444</c:v>
              </c:pt>
              <c:pt idx="502">
                <c:v>-0.0395517</c:v>
              </c:pt>
              <c:pt idx="503">
                <c:v>-0.05073993</c:v>
              </c:pt>
              <c:pt idx="504">
                <c:v>-0.06488592</c:v>
              </c:pt>
              <c:pt idx="505">
                <c:v>-0.06359993</c:v>
              </c:pt>
              <c:pt idx="506">
                <c:v>-0.04360254</c:v>
              </c:pt>
              <c:pt idx="507">
                <c:v>-0.04653904</c:v>
              </c:pt>
              <c:pt idx="508">
                <c:v>-0.08397814</c:v>
              </c:pt>
              <c:pt idx="509">
                <c:v>-0.07829986</c:v>
              </c:pt>
              <c:pt idx="510">
                <c:v>-0.08053671</c:v>
              </c:pt>
              <c:pt idx="511">
                <c:v>-0.09406601</c:v>
              </c:pt>
              <c:pt idx="512">
                <c:v>-0.09563607</c:v>
              </c:pt>
              <c:pt idx="513">
                <c:v>-0.11264957</c:v>
              </c:pt>
              <c:pt idx="514">
                <c:v>-0.11667183</c:v>
              </c:pt>
              <c:pt idx="515">
                <c:v>-0.05319893</c:v>
              </c:pt>
              <c:pt idx="516">
                <c:v>-0.03483033</c:v>
              </c:pt>
              <c:pt idx="517">
                <c:v>-0.02186048</c:v>
              </c:pt>
              <c:pt idx="518">
                <c:v>-0.01439685</c:v>
              </c:pt>
              <c:pt idx="519">
                <c:v>-0.01385713</c:v>
              </c:pt>
              <c:pt idx="520">
                <c:v>-0.00289505</c:v>
              </c:pt>
              <c:pt idx="521">
                <c:v>-0.00847523</c:v>
              </c:pt>
              <c:pt idx="522">
                <c:v>-0.01974039</c:v>
              </c:pt>
              <c:pt idx="523">
                <c:v>0</c:v>
              </c:pt>
              <c:pt idx="524">
                <c:v>0</c:v>
              </c:pt>
              <c:pt idx="525">
                <c:v>-0.01707813</c:v>
              </c:pt>
              <c:pt idx="526">
                <c:v>0</c:v>
              </c:pt>
              <c:pt idx="527">
                <c:v>-0.00498016</c:v>
              </c:pt>
              <c:pt idx="528">
                <c:v>-0.01105593</c:v>
              </c:pt>
              <c:pt idx="529">
                <c:v>-0.00685691</c:v>
              </c:pt>
              <c:pt idx="530">
                <c:v>0</c:v>
              </c:pt>
              <c:pt idx="531">
                <c:v>-0.01038346</c:v>
              </c:pt>
              <c:pt idx="532">
                <c:v>-0.00718688</c:v>
              </c:pt>
              <c:pt idx="533">
                <c:v>-0.01930512</c:v>
              </c:pt>
              <c:pt idx="534">
                <c:v>-0.05353885</c:v>
              </c:pt>
              <c:pt idx="535">
                <c:v>-0.03761677</c:v>
              </c:pt>
              <c:pt idx="536">
                <c:v>-0.02849926</c:v>
              </c:pt>
              <c:pt idx="537">
                <c:v>-0.04361848</c:v>
              </c:pt>
              <c:pt idx="538">
                <c:v>-0.00062329</c:v>
              </c:pt>
              <c:pt idx="539">
                <c:v>0</c:v>
              </c:pt>
              <c:pt idx="540">
                <c:v>-0.01646714</c:v>
              </c:pt>
              <c:pt idx="541">
                <c:v>0</c:v>
              </c:pt>
              <c:pt idx="542">
                <c:v>0</c:v>
              </c:pt>
              <c:pt idx="543">
                <c:v>-0.00729109</c:v>
              </c:pt>
              <c:pt idx="544">
                <c:v>0</c:v>
              </c:pt>
              <c:pt idx="545">
                <c:v>0</c:v>
              </c:pt>
              <c:pt idx="546">
                <c:v>-0.04682587</c:v>
              </c:pt>
              <c:pt idx="547">
                <c:v>-0.03558408</c:v>
              </c:pt>
              <c:pt idx="548">
                <c:v>-0.04047024</c:v>
              </c:pt>
              <c:pt idx="549">
                <c:v>-0.08405635</c:v>
              </c:pt>
              <c:pt idx="550">
                <c:v>-0.01090542</c:v>
              </c:pt>
              <c:pt idx="551">
                <c:v>-0.00750654</c:v>
              </c:pt>
              <c:pt idx="552">
                <c:v>-0.04337379</c:v>
              </c:pt>
              <c:pt idx="553">
                <c:v>-0.01021487</c:v>
              </c:pt>
              <c:pt idx="554">
                <c:v>-0.00504555</c:v>
              </c:pt>
              <c:pt idx="555">
                <c:v>-0.0089586</c:v>
              </c:pt>
              <c:pt idx="556">
                <c:v>-0.01035277</c:v>
              </c:pt>
              <c:pt idx="557">
                <c:v>-0.00135953</c:v>
              </c:pt>
              <c:pt idx="558">
                <c:v>-0.01038762</c:v>
              </c:pt>
              <c:pt idx="559">
                <c:v>-0.0112901</c:v>
              </c:pt>
              <c:pt idx="560">
                <c:v>-0.00643188</c:v>
              </c:pt>
              <c:pt idx="561">
                <c:v>-0.0048238</c:v>
              </c:pt>
              <c:pt idx="562">
                <c:v>-0.02728414</c:v>
              </c:pt>
              <c:pt idx="563">
                <c:v>-0.01412935</c:v>
              </c:pt>
              <c:pt idx="564">
                <c:v>-0.01379531</c:v>
              </c:pt>
              <c:pt idx="565">
                <c:v>-0.00572551</c:v>
              </c:pt>
              <c:pt idx="566">
                <c:v>-0.00592289</c:v>
              </c:pt>
              <c:pt idx="567">
                <c:v>-0.03571844</c:v>
              </c:pt>
              <c:pt idx="568">
                <c:v>-0.02829635</c:v>
              </c:pt>
              <c:pt idx="569">
                <c:v>-0.02687678</c:v>
              </c:pt>
              <c:pt idx="570">
                <c:v>-0.04173387</c:v>
              </c:pt>
              <c:pt idx="571">
                <c:v>-0.0402481</c:v>
              </c:pt>
              <c:pt idx="572">
                <c:v>-0.01300541</c:v>
              </c:pt>
              <c:pt idx="573">
                <c:v>-0.01964734</c:v>
              </c:pt>
              <c:pt idx="574">
                <c:v>-0.0304927</c:v>
              </c:pt>
              <c:pt idx="575">
                <c:v>-0.0300034</c:v>
              </c:pt>
              <c:pt idx="576">
                <c:v>-0.10035393</c:v>
              </c:pt>
              <c:pt idx="577">
                <c:v>-0.07472287</c:v>
              </c:pt>
              <c:pt idx="578">
                <c:v>-0.07739869</c:v>
              </c:pt>
              <c:pt idx="579">
                <c:v>-0.18755226</c:v>
              </c:pt>
              <c:pt idx="580">
                <c:v>-0.14156907</c:v>
              </c:pt>
              <c:pt idx="581">
                <c:v>-0.12625218</c:v>
              </c:pt>
              <c:pt idx="582">
                <c:v>-0.15907866</c:v>
              </c:pt>
              <c:pt idx="583">
                <c:v>-0.07786328</c:v>
              </c:pt>
              <c:pt idx="584">
                <c:v>-0.0855709</c:v>
              </c:pt>
              <c:pt idx="585">
                <c:v>-0.03822939</c:v>
              </c:pt>
              <c:pt idx="586">
                <c:v>-0.03443295</c:v>
              </c:pt>
              <c:pt idx="587">
                <c:v>-0.03551285</c:v>
              </c:pt>
              <c:pt idx="588">
                <c:v>-0.02305986</c:v>
              </c:pt>
              <c:pt idx="589">
                <c:v>-0.02463584</c:v>
              </c:pt>
              <c:pt idx="590">
                <c:v>-0.0150017</c:v>
              </c:pt>
              <c:pt idx="591">
                <c:v>-0.00799563</c:v>
              </c:pt>
              <c:pt idx="592">
                <c:v>-0.00588025</c:v>
              </c:pt>
              <c:pt idx="593">
                <c:v>-0.00255663</c:v>
              </c:pt>
              <c:pt idx="594">
                <c:v>-0.02414059</c:v>
              </c:pt>
              <c:pt idx="595">
                <c:v>-0.0067807</c:v>
              </c:pt>
              <c:pt idx="596">
                <c:v>-0.00761266</c:v>
              </c:pt>
              <c:pt idx="597">
                <c:v>-0.01457469</c:v>
              </c:pt>
              <c:pt idx="598">
                <c:v>0</c:v>
              </c:pt>
              <c:pt idx="599">
                <c:v>-0.00596364</c:v>
              </c:pt>
              <c:pt idx="600">
                <c:v>-0.01332979</c:v>
              </c:pt>
              <c:pt idx="601">
                <c:v>0</c:v>
              </c:pt>
              <c:pt idx="602">
                <c:v>-0.00544347</c:v>
              </c:pt>
              <c:pt idx="603">
                <c:v>-0.02984654</c:v>
              </c:pt>
              <c:pt idx="604">
                <c:v>-0.01616376</c:v>
              </c:pt>
              <c:pt idx="605">
                <c:v>-0.01179599</c:v>
              </c:pt>
              <c:pt idx="606">
                <c:v>-0.01852597</c:v>
              </c:pt>
              <c:pt idx="607">
                <c:v>-0.01767565</c:v>
              </c:pt>
              <c:pt idx="608">
                <c:v>-0.01427143</c:v>
              </c:pt>
              <c:pt idx="609">
                <c:v>-0.02484767</c:v>
              </c:pt>
              <c:pt idx="610">
                <c:v>-0.05071354</c:v>
              </c:pt>
              <c:pt idx="611">
                <c:v>-0.00581916</c:v>
              </c:pt>
              <c:pt idx="612">
                <c:v>-0.01035806</c:v>
              </c:pt>
              <c:pt idx="613">
                <c:v>-0.0257846</c:v>
              </c:pt>
              <c:pt idx="614">
                <c:v>-0.00336105</c:v>
              </c:pt>
              <c:pt idx="615">
                <c:v>0</c:v>
              </c:pt>
              <c:pt idx="616">
                <c:v>-0.01225413</c:v>
              </c:pt>
              <c:pt idx="617">
                <c:v>-0.00420044</c:v>
              </c:pt>
              <c:pt idx="618">
                <c:v>-0.00503482</c:v>
              </c:pt>
              <c:pt idx="619">
                <c:v>-0.02569408</c:v>
              </c:pt>
              <c:pt idx="620">
                <c:v>-0.00221418</c:v>
              </c:pt>
              <c:pt idx="621">
                <c:v>-0.00484549</c:v>
              </c:pt>
              <c:pt idx="622">
                <c:v>-0.02179745</c:v>
              </c:pt>
              <c:pt idx="623">
                <c:v>-0.01489598</c:v>
              </c:pt>
              <c:pt idx="624">
                <c:v>-0.02038842</c:v>
              </c:pt>
              <c:pt idx="625">
                <c:v>-0.06993374</c:v>
              </c:pt>
              <c:pt idx="626">
                <c:v>-0.08579313</c:v>
              </c:pt>
              <c:pt idx="627">
                <c:v>-0.08884968</c:v>
              </c:pt>
              <c:pt idx="628">
                <c:v>-0.00199974</c:v>
              </c:pt>
              <c:pt idx="629">
                <c:v>-0.00853354</c:v>
              </c:pt>
              <c:pt idx="630">
                <c:v>-0.00486599</c:v>
              </c:pt>
              <c:pt idx="631">
                <c:v>-0.00151495</c:v>
              </c:pt>
              <c:pt idx="632">
                <c:v>0</c:v>
              </c:pt>
              <c:pt idx="633">
                <c:v>-0.01930042</c:v>
              </c:pt>
              <c:pt idx="634">
                <c:v>-0.00326501</c:v>
              </c:pt>
              <c:pt idx="635">
                <c:v>-0.02899012</c:v>
              </c:pt>
              <c:pt idx="636">
                <c:v>-0.04494653</c:v>
              </c:pt>
              <c:pt idx="637">
                <c:v>-0.02193483</c:v>
              </c:pt>
              <c:pt idx="638">
                <c:v>-0.01431883</c:v>
              </c:pt>
              <c:pt idx="639">
                <c:v>-0.02049607</c:v>
              </c:pt>
              <c:pt idx="640">
                <c:v>-0.01347414</c:v>
              </c:pt>
              <c:pt idx="641">
                <c:v>-0.02565703</c:v>
              </c:pt>
              <c:pt idx="642">
                <c:v>-0.03716674</c:v>
              </c:pt>
              <c:pt idx="643">
                <c:v>0</c:v>
              </c:pt>
              <c:pt idx="644">
                <c:v>-0.00197971</c:v>
              </c:pt>
              <c:pt idx="645">
                <c:v>-0.01964317</c:v>
              </c:pt>
              <c:pt idx="646">
                <c:v>-0.00920845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"/>
          <c:min val="-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7E3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Expiry payoff</c:v>
          </c:tx>
          <c:spPr>
            <a:ln xmlns:a="http://schemas.openxmlformats.org/drawingml/2006/main" w="47625">
              <a:solidFill>
                <a:srgbClr val="2F7D68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2F7D68"/>
              </a:solidFill>
            </c:spPr>
          </c:marker>
          <c:cat>
            <c:strLit>
              <c:ptCount val="9"/>
              <c:pt idx="0">
                <c:v>$540</c:v>
              </c:pt>
              <c:pt idx="1">
                <c:v>$545</c:v>
              </c:pt>
              <c:pt idx="2">
                <c:v>$550</c:v>
              </c:pt>
              <c:pt idx="3">
                <c:v>$555</c:v>
              </c:pt>
              <c:pt idx="4">
                <c:v>$560</c:v>
              </c:pt>
              <c:pt idx="5">
                <c:v>$565</c:v>
              </c:pt>
              <c:pt idx="6">
                <c:v>$570</c:v>
              </c:pt>
              <c:pt idx="7">
                <c:v>$575</c:v>
              </c:pt>
              <c:pt idx="8">
                <c:v>$580</c:v>
              </c:pt>
            </c:strLit>
          </c:cat>
          <c:val>
            <c:numLit>
              <c:formatCode>$#,##0</c:formatCode>
              <c:ptCount val="9"/>
              <c:pt idx="0">
                <c:v>634</c:v>
              </c:pt>
              <c:pt idx="1">
                <c:v>634</c:v>
              </c:pt>
              <c:pt idx="2">
                <c:v>634</c:v>
              </c:pt>
              <c:pt idx="3">
                <c:v>134</c:v>
              </c:pt>
              <c:pt idx="4">
                <c:v>-366</c:v>
              </c:pt>
              <c:pt idx="5">
                <c:v>-366</c:v>
              </c:pt>
              <c:pt idx="6">
                <c:v>-366</c:v>
              </c:pt>
              <c:pt idx="7">
                <c:v>-366</c:v>
              </c:pt>
              <c:pt idx="8">
                <c:v>-366</c:v>
              </c:pt>
            </c:numLit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700"/>
          <c:min val="-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DB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200"/>
      </c:valAx>
      <c:spPr>
        <a:solidFill xmlns:a="http://schemas.openxmlformats.org/drawingml/2006/main">
          <a:srgbClr val="F6F1E8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6F1E8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aedf3502e44335"/>
          <a:stretch xmlns:a="http://schemas.openxmlformats.org/drawingml/2006/main"/>
        </p:blipFill>
        <p:spPr>
          <a:xfrm xmlns:a="http://schemas.openxmlformats.org/drawingml/2006/main">
            <a:off x="609600" y="3810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90EAA2-760A-46CC-A5A0-6746B06D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24471-A600-47DD-8CB6-02EBE186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AI RESEARCH WITH CHECKED EXECUTION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91A3B4-24EC-4120-B0D4-FDBA9ABA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Finly turns AI research into a checked Alpaca paper order.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CF6638-DBBF-4EBB-9752-6ADFC2A6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7E3E5"/>
                </a:solidFill>
              </a:defRPr>
            </a:pPr>
            <a:r>
              <a:rPr sz="1800" b="0" i="0">
                <a:solidFill>
                  <a:srgbClr val="D7E3E5"/>
                </a:solidFill>
              </a:rPr>
              <a:t>The model explains the market. Code fixes the risk, builds the order, and can still stop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036A91-47C8-457D-B3FB-2AAE0C37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257300"/>
            <a:ext cx="9525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62f3dee69c48d6"/>
          <a:stretch xmlns:a="http://schemas.openxmlformats.org/drawingml/2006/main"/>
        </p:blipFill>
        <p:spPr>
          <a:xfrm xmlns:a="http://schemas.openxmlformats.org/drawingml/2006/main">
            <a:off x="7848600" y="125730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0689F-6B68-4D2F-9406-F08C02A8C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76650"/>
            <a:ext cx="3943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AI  →  CODE  →  ALPACA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A0D843-9C13-4A21-A5A1-51E5FDC3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B9DFD2"/>
                </a:solidFill>
              </a:defRPr>
            </a:pPr>
            <a:r>
              <a:rPr sz="1350" b="0" i="0">
                <a:solidFill>
                  <a:srgbClr val="B9DFD2"/>
                </a:solidFill>
              </a:rPr>
              <a:t>Interpret  ·  control  ·  execute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347397-5C23-4757-9D94-94B84876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398BE-140F-4648-8B2C-5C897060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2C66D"/>
                </a:solidFill>
              </a:defRPr>
            </a:pPr>
            <a:r>
              <a:rPr sz="2850" b="1" i="0">
                <a:solidFill>
                  <a:srgbClr val="F2C66D"/>
                </a:solidFill>
              </a:rPr>
              <a:t>$106,711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3EEA9-6D76-452F-9AD4-677D66B5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HISTORICAL ENDING WEALTH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513503-53E8-412C-956E-D68D537F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+$38,629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9C34AE-77B4-492B-9E99-BE32A0C3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7816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VERSUS SPY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2CE264-C5BF-41E9-B399-7B02227B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B9DFD2"/>
                </a:solidFill>
              </a:defRPr>
            </a:pPr>
            <a:r>
              <a:rPr sz="2850" b="1" i="0">
                <a:solidFill>
                  <a:srgbClr val="B9DFD2"/>
                </a:solidFill>
              </a:rPr>
              <a:t>$100,000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7766A5-7AE1-4D41-AB50-6A4BE66A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VERIFIED PAPER ACCOUNT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3CBD99-59A8-49BD-BD11-5E72D457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370555-A4F2-4F08-A6E2-FE4D79B1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816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5D4D8"/>
                </a:solidFill>
              </a:defRPr>
            </a:pPr>
            <a:r>
              <a:rPr sz="975" b="1" i="0">
                <a:solidFill>
                  <a:srgbClr val="C5D4D8"/>
                </a:solidFill>
              </a:rPr>
              <a:t>MAX LOSS / OPTIONS TRADE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151476-EB7E-4A29-9EC5-E9D94A45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FC2C8"/>
                </a:solidFill>
              </a:defRPr>
            </a:pPr>
            <a:r>
              <a:rPr sz="1200" b="0" i="0">
                <a:solidFill>
                  <a:srgbClr val="AFC2C8"/>
                </a:solidFill>
              </a:rPr>
              <a:t>Bruce Wen  ·  Brandeis University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7767AD-F2D1-4683-9B9A-ABDCD541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C1C660-7892-4351-8505-2C75D15E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442489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0F9231-3A05-4A30-84D9-74955523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1DF3C-AFF9-40E0-887F-9D44E79E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2A3E"/>
                </a:solidFill>
              </a:defRPr>
            </a:pPr>
            <a:r>
              <a:rPr sz="3450" b="1" i="0">
                <a:solidFill>
                  <a:srgbClr val="122A3E"/>
                </a:solidFill>
              </a:rPr>
              <a:t>Trading agents break when one model researches, sizes, and sends.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E692A6-E872-4459-9071-59326AF2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56B5D"/>
                </a:solidFill>
              </a:defRPr>
            </a:pPr>
            <a:r>
              <a:rPr sz="1275" b="1" i="0">
                <a:solidFill>
                  <a:srgbClr val="E56B5D"/>
                </a:solidFill>
              </a:rPr>
              <a:t>COMMON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D88B7C-8238-43D8-99F2-CFF497BE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DED8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31B0F4-DCB7-4AD6-B70B-EBA58B6B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ONE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E050BF-D5B3-40F6-BFFB-F2B45F26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reads · sizes · writes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1AA9C5-EE9B-40FD-97D0-A471C933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E56B5D"/>
                </a:solidFill>
              </a:defRPr>
            </a:pPr>
            <a:r>
              <a:rPr sz="3450" b="1" i="0">
                <a:solidFill>
                  <a:srgbClr val="E56B5D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551B8-A9B8-421E-879C-7351BD96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800"/>
            <a:ext cx="1714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89A832-ACD2-4785-A110-11C1663D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051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9E4F0C-8FAD-4E31-960C-6C06D86B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E56B5D"/>
                </a:solidFill>
              </a:defRPr>
            </a:pPr>
            <a:r>
              <a:rPr sz="1200" b="0" i="0">
                <a:solidFill>
                  <a:srgbClr val="E56B5D"/>
                </a:solidFill>
              </a:rPr>
              <a:t>one confident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24A2E-6FFF-42FA-8A25-3B735632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0DEC0E-4234-4C6A-9A35-4BDBC2E5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582433-6A04-4550-8D1F-1D89B45A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071F72-C2BF-4C8A-BBEC-F8CCE317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interprets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25CE20-40F4-4A8B-A752-3A9BEF73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4A51E2-9B33-46E1-AFD4-F8757550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5985E7-FD8F-456B-B052-7A47DF79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ADECD2-DBA3-42A3-932B-70F515DE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fixes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DDED9F-6E76-4A87-93E0-6D2B6FF6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F4E476-CE53-43E5-BFFA-7474EC80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E72B0B-8E00-4226-8FA9-8B8C1434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71B5BF-7017-4309-9A2A-EBEA8ED6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permits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3EA14F-B5C5-49B6-81E4-B95CC071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AA3233-4742-40BB-9C64-4AD72BD6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590800"/>
            <a:ext cx="704850" cy="1085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68639D-A860-417E-BA65-A42ECBAF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9908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5E9252-6E27-4A3C-B0DD-8F9A2E9A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153099-AF81-40CF-82C3-54FC127E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F7D68"/>
                </a:solidFill>
              </a:defRPr>
            </a:pPr>
            <a:r>
              <a:rPr sz="2400" b="1" i="0">
                <a:solidFill>
                  <a:srgbClr val="2F7D68"/>
                </a:solidFill>
              </a:rPr>
              <a:t>Useful AI judgment—without unchecked account control.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E3B7D9-8440-4490-A0FD-06027230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27078"/>
                </a:solidFill>
              </a:defRPr>
            </a:pPr>
            <a:r>
              <a:rPr sz="1800" b="0" i="0">
                <a:solidFill>
                  <a:srgbClr val="627078"/>
                </a:solidFill>
              </a:rPr>
              <a:t>Finly keeps exposure, option legs, broker fields, and execution permission in deterministic code.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E027CB-5853-46A5-A33D-F5E3B2D35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67DDF0-0D57-425E-B9C2-1CE0FDBF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816867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7BD893-C4E8-4A37-A2A8-D4FE6A55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HOW THE PRODUCT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CAC021-84DD-452F-B353-0AB66D74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Finly gives AI the judgment; deterministic code keeps the keys.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41705A-9987-45C3-ABD7-31DF8862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914525"/>
            <a:ext cx="6057900" cy="3448050"/>
          </a:xfrm>
          <a:prstGeom xmlns:a="http://schemas.openxmlformats.org/drawingml/2006/main" prst="roundRect">
            <a:avLst>
              <a:gd name="adj" fmla="val 3315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8460ac4b494bd3"/>
          <a:stretch xmlns:a="http://schemas.openxmlformats.org/drawingml/2006/main"/>
        </p:blipFill>
        <p:spPr>
          <a:xfrm xmlns:a="http://schemas.openxmlformats.org/drawingml/2006/main">
            <a:off x="5620808" y="1962150"/>
            <a:ext cx="5960533" cy="3352800"/>
          </a:xfrm>
          <a:prstGeom xmlns:a="http://schemas.openxmlformats.org/drawingml/2006/main" prst="roundRect">
            <a:avLst>
              <a:gd name="adj" fmla="val 227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87B393-F358-4BC1-BF55-93DD4A91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B9DFD2"/>
                </a:solidFill>
              </a:defRPr>
            </a:pPr>
            <a:r>
              <a:rPr sz="1350" b="1" i="0">
                <a:solidFill>
                  <a:srgbClr val="B9DFD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36DC3B-37BC-4420-9AA4-6B0B9946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70E09-9EC4-4497-8E42-875783D3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241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Assess the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669171-837A-4FF4-9EE4-D2047ECA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146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2C90AD-BED3-4B0E-805A-F270B74B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2C66D"/>
                </a:solidFill>
              </a:defRPr>
            </a:pPr>
            <a:r>
              <a:rPr sz="1350" b="1" i="0">
                <a:solidFill>
                  <a:srgbClr val="F2C66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134892-0D92-4742-9ED8-C68559C0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B6568E-2F6F-4FCF-91F7-42EE93B8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290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Aggregate, size, and build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52309D-7721-4A72-A962-20E06410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A5AB92-9985-4D50-AADF-61262083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BA0DCB-F601-49F2-863B-8C58B48F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100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F921A3-29E6-4D58-9D7C-F0A0BC5B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Send to Alpaca—or stop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1F2614-0D8A-41EA-88CD-2AA91CE6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60B255-8FBB-4469-9850-AD3AA68E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9DFD2"/>
                </a:solidFill>
              </a:defRPr>
            </a:pPr>
            <a:r>
              <a:rPr sz="1800" b="1" i="0">
                <a:solidFill>
                  <a:srgbClr val="B9DFD2"/>
                </a:solidFill>
              </a:rPr>
              <a:t>The model may explain or veto. It never writes broker fields.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366898-39E7-44C1-9135-EF739F3F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E0B08B-332E-4621-940F-7A409FF6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341056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10A182-DDB3-4EA9-B224-EFE666BB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HISTORICAL REPLAY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1F4D72-ED40-44ED-A7F0-D34B651C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$10,000 became $106,711: $38,629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E2AB90-6FE0-4B67-9FF6-82A378E2C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38275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078"/>
                </a:solidFill>
              </a:defRPr>
            </a:pPr>
            <a:r>
              <a:rPr sz="1425" b="0" i="0">
                <a:solidFill>
                  <a:srgbClr val="627078"/>
                </a:solidFill>
              </a:rPr>
              <a:t>2013–2026 · identical starting capital · modeled 5 bp one-way costs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866775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741bb618e64cc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71C6DB-DA2F-4266-BE02-46A94E7B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F7D68"/>
                </a:solidFill>
              </a:defRPr>
            </a:pPr>
            <a:r>
              <a:rPr sz="3000" b="1" i="0">
                <a:solidFill>
                  <a:srgbClr val="2F7D68"/>
                </a:solidFill>
              </a:rPr>
              <a:t>$106,711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42F263-B659-4EE3-8B89-ACB0E169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574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ENDING WEALTH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24335A-41A4-40DD-8F5A-59E41F21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81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B2942"/>
                </a:solidFill>
              </a:defRPr>
            </a:pPr>
            <a:r>
              <a:rPr sz="2700" b="1" i="0">
                <a:solidFill>
                  <a:srgbClr val="0B2942"/>
                </a:solidFill>
              </a:rPr>
              <a:t>$68,082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990AA1-F7FE-4CF9-990B-2042D89F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05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SPY ENDING WEALTH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09CBE-EB40-4F44-9902-25F992BB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291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2F7D68"/>
                </a:solidFill>
              </a:defRPr>
            </a:pPr>
            <a:r>
              <a:rPr sz="2550" b="1" i="0">
                <a:solidFill>
                  <a:srgbClr val="2F7D68"/>
                </a:solidFill>
              </a:rPr>
              <a:t>+967.11%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DEBF46-6D4F-45DB-B25D-8B5138AB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52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TOTAL RETURN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09600" y="5143500"/>
          <a:ext xmlns:a="http://schemas.openxmlformats.org/drawingml/2006/main" cx="8667750" cy="971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975e14a0234796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894BCC-0D99-4D1B-A9AF-07BE882A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720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DRAWDOWN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5CC59C-D5F7-469F-972C-1AB706EF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3530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627078"/>
                </a:solidFill>
              </a:defRPr>
            </a:pPr>
            <a:r>
              <a:rPr sz="975" b="1" i="0">
                <a:solidFill>
                  <a:srgbClr val="627078"/>
                </a:solidFill>
              </a:rPr>
              <a:t>MAX DRAWDOWN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ADF422-E1C6-4480-A6FB-469945A2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626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Finly −28.99%</a:t>
            </a:r>
          </a:p>
          <a:p xmlns:a="http://schemas.openxmlformats.org/drawingml/2006/main">
            <a:pPr algn="l"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SPY −33.72%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4C3AE3-FC8E-4793-80BF-CCCB49CF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5B730D-5471-4AE9-9F3D-E4D5FD69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614420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CCEB1F6-DBF2-4424-B4F5-A32662CB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OUT-OF-ERA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D5A562-AF58-45BE-A9EF-96319ABE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FFFFFF"/>
                </a:solidFill>
              </a:defRPr>
            </a:pPr>
            <a:r>
              <a:rPr sz="3375" b="1" i="0">
                <a:solidFill>
                  <a:srgbClr val="FFFFFF"/>
                </a:solidFill>
              </a:rPr>
              <a:t>The edge survived 80 earlier years, 21 timing choices, and 5× higher costs.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A95F2-D5CF-4BA4-A2BC-28CA1EF85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08B52D-2DA9-44E8-9ACD-C8C0BE66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B2A8D8-2367-47B9-A1CB-EA8F7C9E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36458D-0EA6-49A0-A277-9656D213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1927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F30CF-3183-48C3-958E-DAB9EB55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B1A0E-8028-47D6-8B4E-8998DA32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21,218 public market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AD7AE6-B7A8-4076-B358-4F1FF527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2C66D"/>
                </a:solidFill>
              </a:defRPr>
            </a:pPr>
            <a:r>
              <a:rPr sz="975" b="1" i="0">
                <a:solidFill>
                  <a:srgbClr val="F2C66D"/>
                </a:solidFill>
              </a:rPr>
              <a:t>INDUSTRY-PROXY RECONSTRUCTION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40C37A-BE6F-44D7-AB0B-05E6598B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B9DFD2"/>
                </a:solidFill>
              </a:defRPr>
            </a:pPr>
            <a:r>
              <a:rPr sz="3600" b="1" i="0">
                <a:solidFill>
                  <a:srgbClr val="B9DFD2"/>
                </a:solidFill>
              </a:rPr>
              <a:t>13.37%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9B5B9-D79F-45C5-AEF0-638BCBB0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FINLY ANNUALIZED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8F00FC-04B5-4778-BD65-D7B2AFA6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</a:defRPr>
            </a:pPr>
            <a:r>
              <a:rPr sz="1650" b="0" i="0">
                <a:solidFill>
                  <a:srgbClr val="FFFFFF"/>
                </a:solidFill>
              </a:rPr>
              <a:t>vs 9.48% market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D200FD-0EDC-4041-821B-688A7402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21 / 21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BE357B-FC81-42FA-918D-ED4B7704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76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REBALANCE ANCHORS POSITIVE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90873D-C75E-48AD-A5FE-D2397073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64D276-4C15-480A-BC78-07CF47BF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3EAD35-49A9-4AF6-AB42-574120E8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C240EA-FED1-4100-94FC-A3C6B864A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9313DA-BD23-4120-825B-DC2C0415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9DDF3C-6BE9-46D7-BA73-0BA1CBE2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462530-FA6C-402B-BFB0-9D984CA8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09E341-EB8E-42DC-B474-99D9D8AD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D90B2E-F099-4504-A9FD-71A3BDA7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51733B-8F5A-402F-B197-207DEADB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20E1BA-E0E0-4C7A-9F6E-ECBE87AA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F6F718-CD70-45B9-8209-BD895CE3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346AF1-D33D-4E94-B210-2A0DEE0B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C0CCB7-3990-42B0-8343-9AFF986B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226A44-A971-49E2-88A2-741D1786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642A6E-561C-4D13-BAAD-D2DCF2A2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490325-215A-49DB-B5E4-31650B1F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FDB495-49CB-422B-BE26-460645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5D0BF8-7525-4485-A242-56B51E17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6D312B-6239-4615-9BCE-12688189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4CFFFC-4254-4425-B23C-73279AB8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38AC31-C548-45C6-8D1E-FCBC6278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+2.45 pp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E96CF6-3242-4D07-A193-3DF6A3C7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76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EDGE AT 25 BP COSTS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1F6DD-0FD5-4A1B-AB7B-CAE8BF84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862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5 bp  →  10 bp  →  25 bp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05A8AC-F618-4F0A-BD69-B7AB0F47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2209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6394D4-20DA-41AD-8A5B-C214F43C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742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01AC210-A133-4933-92CE-EC3DB7FF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878F79F-3789-4786-8327-5C344456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B9DFD2"/>
                </a:solidFill>
              </a:defRPr>
            </a:pPr>
            <a:r>
              <a:rPr sz="1950" b="1" i="0">
                <a:solidFill>
                  <a:srgbClr val="B9DFD2"/>
                </a:solidFill>
              </a:rPr>
              <a:t>Maximum drawdown was 16.31 percentage points shallower than the market proxy.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49E2598-FFA9-4903-8CCB-DFF69318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DE14AF-0857-4D0F-9BB1-D75C96A7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706369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577CF6-E12C-4D74-901C-8A16ADD0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DEFINED-RISK OPTIONS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3E31D-BEB8-4BB7-AFBC-A3C9CF7A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2A3E"/>
                </a:solidFill>
              </a:defRPr>
            </a:pPr>
            <a:r>
              <a:rPr sz="3450" b="1" i="0">
                <a:solidFill>
                  <a:srgbClr val="122A3E"/>
                </a:solidFill>
              </a:rPr>
              <a:t>Every options proposal arrives with its worst case already fixed.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6191250" cy="3371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8b7796ba234f13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6F742F-81D0-4570-A3AB-537984AB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27078"/>
                </a:solidFill>
              </a:defRPr>
            </a:pPr>
            <a:r>
              <a:rPr sz="1050" b="1" i="0">
                <a:solidFill>
                  <a:srgbClr val="627078"/>
                </a:solidFill>
              </a:rPr>
              <a:t>PAYOFF AT EXPIRY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543AE3-3860-4411-A071-D3582B53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383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F7D68"/>
                </a:solidFill>
              </a:defRPr>
            </a:pPr>
            <a:r>
              <a:rPr sz="2100" b="1" i="0">
                <a:solidFill>
                  <a:srgbClr val="2F7D68"/>
                </a:solidFill>
              </a:rPr>
              <a:t>+$634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CAEE9C-60EF-4615-8E30-0FE92000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2100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E56B5D"/>
                </a:solidFill>
              </a:defRPr>
            </a:pPr>
            <a:r>
              <a:rPr sz="2100" b="1" i="0">
                <a:solidFill>
                  <a:srgbClr val="E56B5D"/>
                </a:solidFill>
              </a:rPr>
              <a:t>−$366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A3EDA5-820A-4F17-99F0-E2542615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47850"/>
            <a:ext cx="4343400" cy="3562350"/>
          </a:xfrm>
          <a:prstGeom xmlns:a="http://schemas.openxmlformats.org/drawingml/2006/main" prst="roundRect">
            <a:avLst>
              <a:gd name="adj" fmla="val 4278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CD4C2F-3EB9-46AC-AB7C-2AC74C6E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14550"/>
            <a:ext cx="3638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ALPACA-COMPATIBLE PAPER ORDER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34D23A-306F-4EF6-AA7D-F5BEDE03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717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SPY bear-put vertical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D29598-FDE4-4747-9189-C0E62870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432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BUY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B528B6-3C52-4D41-873B-4F3C262A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560 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12805-80CE-4EC1-9617-DAA83C47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SELL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2A53FE-EB88-4110-B97C-2083C278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76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550 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1ED986-7DA5-4D9C-ACA5-5B12022B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10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LIMIT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0435DC-8CAB-4849-94C3-DAA66C0E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$3.66 debit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DC1C7C-22E7-45F4-AB57-95A4A4DC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762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DD4FA6-0C4F-456A-98F9-D9B1D698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33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C4D4D8"/>
                </a:solidFill>
              </a:defRPr>
            </a:pPr>
            <a:r>
              <a:rPr sz="1275" b="0" i="0">
                <a:solidFill>
                  <a:srgbClr val="C4D4D8"/>
                </a:solidFill>
              </a:rPr>
              <a:t>Exact fields · one contract · synthetic fixture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F338B6-CF51-4ED9-84BF-66FD4FC7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$366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6D94AD-D486-419B-83ED-90BE9C26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AD5A06-4E52-48E8-B588-D70A341D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F7D68"/>
                </a:solidFill>
              </a:defRPr>
            </a:pPr>
            <a:r>
              <a:rPr sz="2850" b="1" i="0">
                <a:solidFill>
                  <a:srgbClr val="2F7D68"/>
                </a:solidFill>
              </a:rPr>
              <a:t>$634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11AC8C-CF76-4FD3-A4C4-5B75E07A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GAIN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548B7F-FA0F-40D7-9EDE-594D133B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435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4 /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3644B2-1852-44A9-8D35-0F8F9036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0674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SOURCE REMOVALS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9E308C-7470-4F1F-A5FD-7E95380E0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32 / 32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B1A64E-2223-46E4-93CD-5F80E2F5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INPUT SHOCKS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A61170-7D6E-412D-9264-1405A65C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0E3CB5-2662-41F8-985D-8C1878A1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490329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D4093A-EE83-4FE7-A3C1-67017CE2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FIRST SESSION / CLOSING-BELL SCORE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B7323-E2B1-4BC1-A924-10CAEC9F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Finly closed its first session $153.31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2C6975-E6C9-4C4D-AE17-59E59764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143125"/>
            <a:ext cx="72009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951b6d40014d41"/>
          <a:stretch xmlns:a="http://schemas.openxmlformats.org/drawingml/2006/main"/>
        </p:blipFill>
        <p:spPr>
          <a:xfrm xmlns:a="http://schemas.openxmlformats.org/drawingml/2006/main">
            <a:off x="609600" y="2191941"/>
            <a:ext cx="7105650" cy="2664619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9A7141-C05D-464F-94D9-CE3516A9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7105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FFB3C7-1129-400F-8EED-A7D48910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710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9DFD2"/>
                </a:solidFill>
              </a:defRPr>
            </a:pPr>
            <a:r>
              <a:rPr sz="1650" b="1" i="0">
                <a:solidFill>
                  <a:srgbClr val="B9DFD2"/>
                </a:solidFill>
              </a:rPr>
              <a:t>One receipt, one baseline, one timestamp.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57F91-D956-4327-BB1C-8B6544D4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710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FFFFFF"/>
                </a:solidFill>
              </a:defRPr>
            </a:pPr>
            <a:r>
              <a:rPr sz="1425" b="0" i="0">
                <a:solidFill>
                  <a:srgbClr val="FFFFFF"/>
                </a:solidFill>
              </a:rPr>
              <a:t>The public evidence file reconciles 15 broker fills and zero external cashflows.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479A4-31D0-4014-9804-D1367299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FINLY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919740-833C-49B2-AD2A-B1BF9F96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38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+$95.32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5CEB3C-D807-4317-A512-5BDD974B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146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C4D4D8"/>
                </a:solidFill>
              </a:defRPr>
            </a:pPr>
            <a:r>
              <a:rPr sz="1200" b="0" i="0">
                <a:solidFill>
                  <a:srgbClr val="C4D4D8"/>
                </a:solidFill>
              </a:rPr>
              <a:t>paper-account P&amp;L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E8276B-F5F8-43AE-8B74-A479221F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327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2141E1-CF2C-4C7E-8ACF-A391C095F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242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SPY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8E3B64-6CF9-4F86-A939-2B56817F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100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−$57.99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9CE761-5D35-40CB-8495-A7988E3E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86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C4D4D8"/>
                </a:solidFill>
              </a:defRPr>
            </a:pPr>
            <a:r>
              <a:rPr sz="1200" b="0" i="0">
                <a:solidFill>
                  <a:srgbClr val="C4D4D8"/>
                </a:solidFill>
              </a:rPr>
              <a:t>same-clock price benchmark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5E27FD-F491-4C3D-99D7-1A042109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67250"/>
            <a:ext cx="327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DCA05-F8EB-43B2-B3B3-45D1EE1D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76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FINLY ADVANTAGE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AC2612-FBDB-4A5A-A12C-EBAB8395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625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2C66D"/>
                </a:solidFill>
              </a:defRPr>
            </a:pPr>
            <a:r>
              <a:rPr sz="2550" b="1" i="0">
                <a:solidFill>
                  <a:srgbClr val="F2C66D"/>
                </a:solidFill>
              </a:rPr>
              <a:t>+$153.31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ECFCE-CD87-4B8F-81DD-3FC985CA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772150"/>
            <a:ext cx="3276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Same $100k baseline · exact 4:00 p.m. ET · zero cashflows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59FB88-B242-4F45-B5B1-D4041DC6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796D93-CE50-4005-9355-67308B5E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066963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3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3A888D-486C-4CDB-86F3-FDE92B7B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OPERATIONAL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95F6DE-A611-43DE-8830-10C927E3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22A3E"/>
                </a:solidFill>
              </a:defRPr>
            </a:pPr>
            <a:r>
              <a:rPr sz="3525" b="1" i="0">
                <a:solidFill>
                  <a:srgbClr val="122A3E"/>
                </a:solidFill>
              </a:rPr>
              <a:t>Finly fails closed—and leaves a receipt.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5CA403-A5AE-471B-BA1D-A8754145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933575"/>
            <a:ext cx="5791200" cy="3295650"/>
          </a:xfrm>
          <a:prstGeom xmlns:a="http://schemas.openxmlformats.org/drawingml/2006/main" prst="roundRect">
            <a:avLst>
              <a:gd name="adj" fmla="val 34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6B5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592ab5d9694bed"/>
          <a:stretch xmlns:a="http://schemas.openxmlformats.org/drawingml/2006/main"/>
        </p:blipFill>
        <p:spPr>
          <a:xfrm xmlns:a="http://schemas.openxmlformats.org/drawingml/2006/main">
            <a:off x="5889625" y="1981200"/>
            <a:ext cx="5689600" cy="3200400"/>
          </a:xfrm>
          <a:prstGeom xmlns:a="http://schemas.openxmlformats.org/drawingml/2006/main" prst="roundRect">
            <a:avLst>
              <a:gd name="adj" fmla="val 238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8C45B-0940-48A2-9A3E-ADA10FB3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A404CD-5F39-4E89-BF40-51D0DBD7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002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2F7D68"/>
                </a:solidFill>
              </a:defRPr>
            </a:pPr>
            <a:r>
              <a:rPr sz="1050" b="1" i="0">
                <a:solidFill>
                  <a:srgbClr val="2F7D68"/>
                </a:solidFill>
              </a:rPr>
              <a:t>PREPARE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CFB0F-D239-40F8-AFDE-65E32124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479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Build exact intent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C8C9D-F3BD-4877-8368-BFE39577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03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6B496-F661-4C93-8454-49656CA0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E039EC-3491-443C-9056-CAB2C1BA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Challenge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860440-39E5-4671-ACE6-6BADB130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58923C-01DE-4B20-A411-20E64253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B2942"/>
                </a:solidFill>
              </a:defRPr>
            </a:pPr>
            <a:r>
              <a:rPr sz="1050" b="1" i="0">
                <a:solidFill>
                  <a:srgbClr val="0B2942"/>
                </a:solidFill>
              </a:rPr>
              <a:t>READ 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2EC1EA-58D7-4AE7-8504-FA32799B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100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Reconcile with broker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42D0B-64E8-4364-9011-ED19DCC7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21D42B-5C13-4538-9738-8E6CB781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56B5D"/>
                </a:solidFill>
              </a:defRPr>
            </a:pPr>
            <a:r>
              <a:rPr sz="1050" b="1" i="0">
                <a:solidFill>
                  <a:srgbClr val="E56B5D"/>
                </a:solidFill>
              </a:rPr>
              <a:t>RECEIPT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0380D2-FB9D-4D1D-B239-A56474FE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Publish what happened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491154-6A55-41A4-81C5-CC8CDBF0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466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09B26C-0B57-4D4E-8692-03936896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4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809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FB63AA-B766-4C27-B6D8-BC5C8AEF2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38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27078"/>
                </a:solidFill>
              </a:defRPr>
            </a:pPr>
            <a:r>
              <a:rPr sz="1650" b="1" i="0">
                <a:solidFill>
                  <a:srgbClr val="627078"/>
                </a:solidFill>
              </a:rPr>
              <a:t>tests discovered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7FD995-7620-4BA5-8A4D-95ED90E1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2A3E"/>
                </a:solidFill>
              </a:defRPr>
            </a:pPr>
            <a:r>
              <a:rPr sz="1575" b="1" i="0">
                <a:solidFill>
                  <a:srgbClr val="122A3E"/>
                </a:solidFill>
              </a:rPr>
              <a:t>807 passed  ·  0 failed  ·  2 skipped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37FD7-950D-436D-864D-B6BCE96A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657850"/>
            <a:ext cx="56959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823040-9BB0-4AEA-B561-C5B56BBA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9775"/>
            <a:ext cx="527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Conflict → NO TRADE → $0 authorized loss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D15A9D-8ED7-427B-A176-45D2C53D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AF4F12-3135-4531-B69F-10BB1907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570027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9F33EA-12B9-43C4-9FCE-1CF92299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JUDGE 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E148F4-511D-4109-8EC9-0A0B5FAF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752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122A3E"/>
                </a:solidFill>
              </a:defRPr>
            </a:pPr>
            <a:r>
              <a:rPr sz="4050" b="1" i="0">
                <a:solidFill>
                  <a:srgbClr val="122A3E"/>
                </a:solidFill>
              </a:rPr>
              <a:t>Judge the live system—not the slide deck.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1E17E3-5F02-42A0-800E-9753C24F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627078"/>
                </a:solidFill>
              </a:defRPr>
            </a:pPr>
            <a:r>
              <a:rPr sz="2100" b="0" i="0">
                <a:solidFill>
                  <a:srgbClr val="627078"/>
                </a:solidFill>
              </a:rPr>
              <a:t>$153.31 ahead at the first close. Now challenge the decision and inspect the code.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66195-D0EC-4E70-8B39-EC4E6BDF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31051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a7f1c24e0e42dc"/>
          <a:stretch xmlns:a="http://schemas.openxmlformats.org/drawingml/2006/main"/>
        </p:blipFill>
        <p:spPr>
          <a:xfrm xmlns:a="http://schemas.openxmlformats.org/drawingml/2006/main">
            <a:off x="8743950" y="93345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EA227-9750-4DE5-A515-2AD3FF53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052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u="sng">
                <a:solidFill>
                  <a:srgbClr val="2F7D68"/>
                </a:solidFill>
                <a:latin typeface="Arial"/>
                <a:ea typeface="Arial"/>
                <a:cs typeface="Arial"/>
                <a:hlinkClick xmlns:r="http://schemas.openxmlformats.org/officeDocument/2006/relationships" r:id="Rb214e84fd73d4c95"/>
              </a:rPr>
              <a:t>SCAN TO OPEN FINLY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E0439F-002B-4B0A-800D-B8B1D697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09BE5-E4DA-48BF-8A0F-CAA168C5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WATCH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41CE5C-D5F9-4075-AF34-BB1467FA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Live $100k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9D68BA-26B4-424B-92D7-1BBD76ED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19DFA-E10A-4C20-BAE1-65E65D61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888037-AACD-4A8D-A2FC-7EFC9DB4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CHALLENGE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7AACD1-1B93-4D4D-AA46-2C2F5792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90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Aligned vs conflicting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7E83FB-662C-4101-8024-697AAA6A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724408-3909-494A-97BC-EFEB1295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790796-806B-4D4A-978E-DDC03C53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91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INSPECT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7FFEB2-BEE4-4B5F-82E0-C8873C09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Code, tests, and receipts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4E4EBC-5755-427D-ACAF-BF54FEE2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62996C-8600-4CCD-BDAF-48621122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F7D68"/>
                </a:solidFill>
              </a:defRPr>
            </a:pPr>
            <a:r>
              <a:rPr sz="2175" b="1" i="0">
                <a:solidFill>
                  <a:srgbClr val="2F7D68"/>
                </a:solidFill>
              </a:rPr>
              <a:t>Historical upside. First-close proof. Every decision inspectable.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632352-83B9-4465-A019-6F37D375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B2942"/>
                </a:solidFill>
              </a:defRPr>
            </a:pPr>
            <a:r>
              <a:rPr sz="1500" b="1" u="sng">
                <a:solidFill>
                  <a:srgbClr val="0B2942"/>
                </a:solidFill>
                <a:latin typeface="Arial"/>
                <a:ea typeface="Arial"/>
                <a:cs typeface="Arial"/>
                <a:hlinkClick xmlns:r="http://schemas.openxmlformats.org/officeDocument/2006/relationships" r:id="R3d0c745912924324"/>
              </a:rPr>
              <a:t>owlsowo.github.io/finly-bot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8310F4-5EC8-4A00-A02A-54993CF3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267450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627078"/>
                </a:solidFill>
              </a:defRPr>
            </a:pPr>
            <a:r>
              <a:rPr sz="1350" b="0" i="0">
                <a:solidFill>
                  <a:srgbClr val="627078"/>
                </a:solidFill>
              </a:rPr>
              <a:t>Bruce Wen  ·  bwen412@brandeis.edu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F9CC42-3E6B-4D0C-881A-0F14777C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7EA2DF-A21E-4800-B3FA-5B6B1222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592649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2026-09-01T01:39:25.8300000Z</dcterms:created>
  <dcterms:modified xsi:type="dcterms:W3CDTF">2026-09-01T01:39:25.8300000Z</dcterms:modified>
</coreProperties>
</file>