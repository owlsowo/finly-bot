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3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80fcd504067445c" /><Relationship Type="http://schemas.openxmlformats.org/officeDocument/2006/relationships/extended-properties" Target="/docProps/app.xml" Id="Rca4e4867de614ec4" /><Relationship Type="http://schemas.openxmlformats.org/officeDocument/2006/relationships/officeDocument" Target="/ppt/presentation.xml" Id="Refdfbc85e73a400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64c731fc6d543f9"/>
  </p:sldMasterIdLst>
  <p:notesMasterIdLst>
    <p:notesMasterId xmlns:r="http://schemas.openxmlformats.org/officeDocument/2006/relationships" r:id="R074184e44c7947f4"/>
  </p:notesMasterIdLst>
  <p:sldIdLst>
    <p:sldId xmlns:r="http://schemas.openxmlformats.org/officeDocument/2006/relationships" id="256" r:id="R8f7dd82d27ee400d"/>
    <p:sldId xmlns:r="http://schemas.openxmlformats.org/officeDocument/2006/relationships" id="257" r:id="R1418cd57459946ca"/>
    <p:sldId xmlns:r="http://schemas.openxmlformats.org/officeDocument/2006/relationships" id="258" r:id="R97fe41cdffbf4c65"/>
    <p:sldId xmlns:r="http://schemas.openxmlformats.org/officeDocument/2006/relationships" id="259" r:id="Rac6dc751e0e443b2"/>
    <p:sldId xmlns:r="http://schemas.openxmlformats.org/officeDocument/2006/relationships" id="260" r:id="R7e3c452e413a4e14"/>
    <p:sldId xmlns:r="http://schemas.openxmlformats.org/officeDocument/2006/relationships" id="261" r:id="R2a1ac9083bcb401c"/>
    <p:sldId xmlns:r="http://schemas.openxmlformats.org/officeDocument/2006/relationships" id="262" r:id="R7084b52038294af5"/>
    <p:sldId xmlns:r="http://schemas.openxmlformats.org/officeDocument/2006/relationships" id="263" r:id="R4d30fe0dcb7941d9"/>
    <p:sldId xmlns:r="http://schemas.openxmlformats.org/officeDocument/2006/relationships" id="264" r:id="R89e7187c2b2e4ea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db8090df094f9a" /><Relationship Type="http://schemas.openxmlformats.org/officeDocument/2006/relationships/slideMaster" Target="/ppt/slideMasters/slideMaster1.xml" Id="Rd64c731fc6d543f9" /><Relationship Type="http://schemas.openxmlformats.org/officeDocument/2006/relationships/notesMaster" Target="/ppt/notesMasters/notesMaster1.xml" Id="R074184e44c7947f4" /><Relationship Type="http://schemas.openxmlformats.org/officeDocument/2006/relationships/presProps" Target="/ppt/presProps.xml" Id="R9177f6e814594a5f" /><Relationship Type="http://schemas.openxmlformats.org/officeDocument/2006/relationships/tableStyles" Target="/ppt/tableStyles.xml" Id="Ra6d73fa975314542" /><Relationship Type="http://schemas.openxmlformats.org/officeDocument/2006/relationships/slide" Target="/ppt/slides/slide1.xml" Id="R8f7dd82d27ee400d" /><Relationship Type="http://schemas.openxmlformats.org/officeDocument/2006/relationships/slide" Target="/ppt/slides/slide2.xml" Id="R1418cd57459946ca" /><Relationship Type="http://schemas.openxmlformats.org/officeDocument/2006/relationships/slide" Target="/ppt/slides/slide3.xml" Id="R97fe41cdffbf4c65" /><Relationship Type="http://schemas.openxmlformats.org/officeDocument/2006/relationships/slide" Target="/ppt/slides/slide4.xml" Id="Rac6dc751e0e443b2" /><Relationship Type="http://schemas.openxmlformats.org/officeDocument/2006/relationships/slide" Target="/ppt/slides/slide5.xml" Id="R7e3c452e413a4e14" /><Relationship Type="http://schemas.openxmlformats.org/officeDocument/2006/relationships/slide" Target="/ppt/slides/slide6.xml" Id="R2a1ac9083bcb401c" /><Relationship Type="http://schemas.openxmlformats.org/officeDocument/2006/relationships/slide" Target="/ppt/slides/slide7.xml" Id="R7084b52038294af5" /><Relationship Type="http://schemas.openxmlformats.org/officeDocument/2006/relationships/slide" Target="/ppt/slides/slide8.xml" Id="R4d30fe0dcb7941d9" /><Relationship Type="http://schemas.openxmlformats.org/officeDocument/2006/relationships/slide" Target="/ppt/slides/slide9.xml" Id="R89e7187c2b2e4ea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43251519dac496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1c4a51b8b447d1" /><Relationship Type="http://schemas.openxmlformats.org/officeDocument/2006/relationships/notesMaster" Target="/ppt/notesMasters/notesMaster1.xml" Id="Rb6864cc75ae7461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117754794a84caf" /><Relationship Type="http://schemas.openxmlformats.org/officeDocument/2006/relationships/notesMaster" Target="/ppt/notesMasters/notesMaster1.xml" Id="Ref024ba289864e7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cfc914e1f8846b7" /><Relationship Type="http://schemas.openxmlformats.org/officeDocument/2006/relationships/notesMaster" Target="/ppt/notesMasters/notesMaster1.xml" Id="R82e84d936d8f442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66c4a5ab054204" /><Relationship Type="http://schemas.openxmlformats.org/officeDocument/2006/relationships/notesMaster" Target="/ppt/notesMasters/notesMaster1.xml" Id="R96cddc28285145f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2a94dde3b7d49e0" /><Relationship Type="http://schemas.openxmlformats.org/officeDocument/2006/relationships/notesMaster" Target="/ppt/notesMasters/notesMaster1.xml" Id="R919c6fdee4624f2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6c3a1467a9645db" /><Relationship Type="http://schemas.openxmlformats.org/officeDocument/2006/relationships/notesMaster" Target="/ppt/notesMasters/notesMaster1.xml" Id="R6d1c6bee13be444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7c1756a27b844eb" /><Relationship Type="http://schemas.openxmlformats.org/officeDocument/2006/relationships/notesMaster" Target="/ppt/notesMasters/notesMaster1.xml" Id="Rfefbcab357a84e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40ba1e450c34b85" /><Relationship Type="http://schemas.openxmlformats.org/officeDocument/2006/relationships/notesMaster" Target="/ppt/notesMasters/notesMaster1.xml" Id="R2e58cdb473f746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f8c824b7e6c4428" /><Relationship Type="http://schemas.openxmlformats.org/officeDocument/2006/relationships/notesMaster" Target="/ppt/notesMasters/notesMaster1.xml" Id="Rc9198b447c214d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Historical series: https://owlsowo.github.io/finly-bot/data/g4_wealth_drawdown.json</a:t>
            </a:r>
          </a:p>
          <a:p xmlns:a="http://schemas.openxmlformats.org/drawingml/2006/main">
            <a:r>
              <a:t>- Sanitized paper account: https://owlsowo.github.io/finly-bot/data/competition_live.json</a:t>
            </a:r>
          </a:p>
          <a:p xmlns:a="http://schemas.openxmlformats.org/drawingml/2006/main">
            <a:r>
              <a:t>- The bull-horn mark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Decision trace: https://owlsowo.github.io/finly-bot/data/llama_decision_trace.json</a:t>
            </a:r>
          </a:p>
          <a:p xmlns:a="http://schemas.openxmlformats.org/drawingml/2006/main">
            <a:r>
              <a:t>- Positive decision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Interactive product: https://owlsowo.github.io/finly-bot/#controls</a:t>
            </a:r>
          </a:p>
          <a:p xmlns:a="http://schemas.openxmlformats.org/drawingml/2006/main">
            <a:r>
              <a:t>- Model trace: https://owlsowo.github.io/finly-bot/data/llama_decision_trace.json</a:t>
            </a:r>
          </a:p>
          <a:p xmlns:a="http://schemas.openxmlformats.org/drawingml/2006/main">
            <a:r>
              <a:t>- Compiled order receipt: https://owlsowo.github.io/finly-bot/data/latest_receipt.json</a:t>
            </a:r>
          </a:p>
          <a:p xmlns:a="http://schemas.openxmlformats.org/drawingml/2006/main">
            <a:r>
              <a:t>- Screenshot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Historical wealth and drawdown series: https://owlsowo.github.io/finly-bot/data/g4_wealth_drawdown.json</a:t>
            </a:r>
          </a:p>
          <a:p xmlns:a="http://schemas.openxmlformats.org/drawingml/2006/main">
            <a:r>
              <a:t>- Quantitative claim boundary: https://owlsowo.github.io/finly-bot/data/quantitative_release_gate.json</a:t>
            </a:r>
          </a:p>
          <a:p xmlns:a="http://schemas.openxmlformats.org/drawingml/2006/main">
            <a:r>
              <a:t>- Historical simulation with modeled 5 bp one-way costs; not broker P&amp;L or a forecast.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External-era evidence: https://owlsowo.github.io/finly-bot/data/attempt150_public_evidence.json</a:t>
            </a:r>
          </a:p>
          <a:p xmlns:a="http://schemas.openxmlformats.org/drawingml/2006/main">
            <a:r>
              <a:t>- Kenneth French 10 Industry Portfolios: https://mba.tuck.dartmouth.edu/pages/faculty/ken.french/ftp/10_Industry_Portfolios_daily_CSV.zip</a:t>
            </a:r>
          </a:p>
          <a:p xmlns:a="http://schemas.openxmlformats.org/drawingml/2006/main">
            <a:r>
              <a:t>- Evidence record: 21218 observations, 21/21 positive schedule offsets.</a:t>
            </a:r>
          </a:p>
          <a:p xmlns:a="http://schemas.openxmlformats.org/drawingml/2006/main">
            <a:r>
              <a:t>- Industry-proxy reconstruction; separate from live broker performance and not independent validation. It passed 8/9 precommitted gates but failed the multiple-testing-adjusted statistical gate.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Positive options receipt: https://owlsowo.github.io/finly-bot/data/latest_receipt.json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  <a:p xmlns:a="http://schemas.openxmlformats.org/drawingml/2006/main">
            <a:r>
              <a:t>- Receipt: SPY260911P00560000 / SPY260911P00550000, $3.66 debit.</a:t>
            </a:r>
          </a:p>
          <a:p xmlns:a="http://schemas.openxmlformats.org/drawingml/2006/main">
            <a:r>
              <a:t>- The checked options fixture is synthetic paper-trading evidence, not realized options P&amp;L.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Sanitized live account: https://owlsowo.github.io/finly-bot/data/competition_live.json</a:t>
            </a:r>
          </a:p>
          <a:p xmlns:a="http://schemas.openxmlformats.org/drawingml/2006/main">
            <a:r>
              <a:t>- Public live dashboard: https://owlsowo.github.io/finly-bot/#live</a:t>
            </a:r>
          </a:p>
          <a:p xmlns:a="http://schemas.openxmlformats.org/drawingml/2006/main">
            <a:r>
              <a:t>- Human-frozen competition protocol: https://github.com/owlsowo/finly-bot/blob/main/config/g4-official-production.json</a:t>
            </a:r>
          </a:p>
          <a:p xmlns:a="http://schemas.openxmlformats.org/drawingml/2006/main">
            <a:r>
              <a:t>- Forward-score contract: https://github.com/owlsowo/finly-bot/blob/main/config/competition-forward-profit.json</a:t>
            </a:r>
          </a:p>
          <a:p xmlns:a="http://schemas.openxmlformats.org/drawingml/2006/main">
            <a:r>
              <a:t>- First-close measurement: https://owlsowo.github.io/finly-bot/data/competition_forward_profit_2026_08_31.json</a:t>
            </a:r>
          </a:p>
          <a:p xmlns:a="http://schemas.openxmlformats.org/drawingml/2006/main">
            <a:r>
              <a:t>- Verified starting equity: $100,000; per-trade risk ceiling: $500.</a:t>
            </a:r>
          </a:p>
          <a:p xmlns:a="http://schemas.openxmlformats.org/drawingml/2006/main">
            <a:r>
              <a:t>- Exact first-close result: Finly +$95.32, SPY -$57.99, excess +$153.31.</a:t>
            </a:r>
          </a:p>
          <a:p xmlns:a="http://schemas.openxmlformats.org/drawingml/2006/main">
            <a:r>
              <a:t>- Screenshot is project-owned and records the public paper-account dashboard.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Cloud runner: https://github.com/owlsowo/finly-bot/blob/main/docs/CLOUD_RUNNER.md</a:t>
            </a:r>
          </a:p>
          <a:p xmlns:a="http://schemas.openxmlformats.org/drawingml/2006/main">
            <a:r>
              <a:t>- Conflict receipt: https://owlsowo.github.io/finly-bot/data/no_trade_receipt.json</a:t>
            </a:r>
          </a:p>
          <a:p xmlns:a="http://schemas.openxmlformats.org/drawingml/2006/main">
            <a:r>
              <a:t>- Verified automated run: https://github.com/owlsowo/finly-bot/actions/runs/33369848292</a:t>
            </a:r>
          </a:p>
          <a:p xmlns:a="http://schemas.openxmlformats.org/drawingml/2006/main">
            <a:r>
              <a:t>- Public repository: https://github.com/owlsowo/finly-bot</a:t>
            </a:r>
          </a:p>
          <a:p xmlns:a="http://schemas.openxmlformats.org/drawingml/2006/main">
            <a:r>
              <a:t>- Screenshot is project-owned.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Live product: https://owlsowo.github.io/finly-bot/</a:t>
            </a:r>
          </a:p>
          <a:p xmlns:a="http://schemas.openxmlformats.org/drawingml/2006/main">
            <a:r>
              <a:t>- Repository: https://github.com/owlsowo/finly-bot</a:t>
            </a:r>
          </a:p>
          <a:p xmlns:a="http://schemas.openxmlformats.org/drawingml/2006/main">
            <a:r>
              <a:t>- Contact: mailto:bwen412@brandeis.edu</a:t>
            </a:r>
          </a:p>
          <a:p xmlns:a="http://schemas.openxmlformats.org/drawingml/2006/main">
            <a:r>
              <a:t>- QR encodes the live product URL and was generated by quickchart.io.</a:t>
            </a:r>
          </a:p>
          <a:p xmlns:a="http://schemas.openxmlformats.org/drawingml/2006/main">
            <a:r>
              <a:t>- Historical simulations and live paper-account results are labeled separately.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c9f5d7a1f9419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05b7806fbc747c7" /><Relationship Type="http://schemas.openxmlformats.org/officeDocument/2006/relationships/slideLayout" Target="/ppt/slideLayouts/slideLayout1.xml" Id="R35fb1957e40c44a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5fb1957e40c44a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c541accca24b8d" /><Relationship Type="http://schemas.openxmlformats.org/officeDocument/2006/relationships/image" Target="/ppt/media/image.png" Id="R58ba394dfb7d451d" /><Relationship Type="http://schemas.openxmlformats.org/officeDocument/2006/relationships/image" Target="/ppt/media/image2.png" Id="Rfe187efd24c14d41" /><Relationship Type="http://schemas.openxmlformats.org/officeDocument/2006/relationships/notesSlide" Target="/ppt/notesSlides/notesSlide1.xml" Id="R1ebed2fd05844bb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da13053c66446b" /><Relationship Type="http://schemas.openxmlformats.org/officeDocument/2006/relationships/notesSlide" Target="/ppt/notesSlides/notesSlide2.xml" Id="R98e2dbced17448d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c697cdb7124ad2" /><Relationship Type="http://schemas.openxmlformats.org/officeDocument/2006/relationships/image" Target="/ppt/media/image.jpeg" Id="R1b8eb6b49d304d96" /><Relationship Type="http://schemas.openxmlformats.org/officeDocument/2006/relationships/notesSlide" Target="/ppt/notesSlides/notesSlide3.xml" Id="Rc821494a84ba4c4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634bf0f8d64eaf" /><Relationship Type="http://schemas.openxmlformats.org/officeDocument/2006/relationships/chart" Target="/ppt/slides/charts/chart1.xml" Id="Rd693f4b01aca4870" /><Relationship Type="http://schemas.openxmlformats.org/officeDocument/2006/relationships/chart" Target="/ppt/slides/charts/chart2.xml" Id="Ra1ccf97e81d248d6" /><Relationship Type="http://schemas.openxmlformats.org/officeDocument/2006/relationships/notesSlide" Target="/ppt/notesSlides/notesSlide4.xml" Id="Rdf74d5a647ec4de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7a678beca44b44" /><Relationship Type="http://schemas.openxmlformats.org/officeDocument/2006/relationships/notesSlide" Target="/ppt/notesSlides/notesSlide5.xml" Id="R08447f078b5441d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d3089db0be4ff1" /><Relationship Type="http://schemas.openxmlformats.org/officeDocument/2006/relationships/chart" Target="/ppt/slides/charts/chart3.xml" Id="Rb8e96da1d7f44d2d" /><Relationship Type="http://schemas.openxmlformats.org/officeDocument/2006/relationships/notesSlide" Target="/ppt/notesSlides/notesSlide6.xml" Id="Rad76f2926ef043b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f7f96cfb714069" /><Relationship Type="http://schemas.openxmlformats.org/officeDocument/2006/relationships/notesSlide" Target="/ppt/notesSlides/notesSlide7.xml" Id="R95b04b78c6214b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d9b9e8f526412d" /><Relationship Type="http://schemas.openxmlformats.org/officeDocument/2006/relationships/image" Target="/ppt/media/image2.jpeg" Id="Ra1ba967815054614" /><Relationship Type="http://schemas.openxmlformats.org/officeDocument/2006/relationships/notesSlide" Target="/ppt/notesSlides/notesSlide8.xml" Id="Rc408d79c8532452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289c47c484420a" /><Relationship Type="http://schemas.openxmlformats.org/officeDocument/2006/relationships/image" Target="/ppt/media/image3.png" Id="R2bed47038ed74515" /><Relationship Type="http://schemas.openxmlformats.org/officeDocument/2006/relationships/hyperlink" Target="https://owlsowo.github.io/finly-bot/" TargetMode="External" Id="Rbbd9332d6dc14c12" /><Relationship Type="http://schemas.openxmlformats.org/officeDocument/2006/relationships/hyperlink" Target="https://owlsowo.github.io/finly-bot/" TargetMode="External" Id="Re49049cd368e4bd4" /><Relationship Type="http://schemas.openxmlformats.org/officeDocument/2006/relationships/notesSlide" Target="/ppt/notesSlides/notesSlide9.xml" Id="R18adb90f54c04fe9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Finly Core</c:v>
          </c:tx>
          <c:spPr>
            <a:ln xmlns:a="http://schemas.openxmlformats.org/drawingml/2006/main" w="38100">
              <a:solidFill>
                <a:srgbClr val="2F7D68"/>
              </a:solidFill>
              <a:prstDash val="solid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10288</c:v>
              </c:pt>
              <c:pt idx="1">
                <c:v>10739</c:v>
              </c:pt>
              <c:pt idx="2">
                <c:v>11526</c:v>
              </c:pt>
              <c:pt idx="3">
                <c:v>11889</c:v>
              </c:pt>
              <c:pt idx="4">
                <c:v>12514</c:v>
              </c:pt>
              <c:pt idx="5">
                <c:v>13355</c:v>
              </c:pt>
              <c:pt idx="6">
                <c:v>13659</c:v>
              </c:pt>
              <c:pt idx="7">
                <c:v>13830</c:v>
              </c:pt>
              <c:pt idx="8">
                <c:v>14211</c:v>
              </c:pt>
              <c:pt idx="9">
                <c:v>13885</c:v>
              </c:pt>
              <c:pt idx="10">
                <c:v>15896</c:v>
              </c:pt>
              <c:pt idx="11">
                <c:v>15917</c:v>
              </c:pt>
              <c:pt idx="12">
                <c:v>16845</c:v>
              </c:pt>
              <c:pt idx="13">
                <c:v>17137</c:v>
              </c:pt>
              <c:pt idx="14">
                <c:v>16353</c:v>
              </c:pt>
              <c:pt idx="15">
                <c:v>17109</c:v>
              </c:pt>
              <c:pt idx="16">
                <c:v>16170</c:v>
              </c:pt>
              <c:pt idx="17">
                <c:v>16498</c:v>
              </c:pt>
              <c:pt idx="18">
                <c:v>17744</c:v>
              </c:pt>
              <c:pt idx="19">
                <c:v>17769</c:v>
              </c:pt>
              <c:pt idx="20">
                <c:v>18234</c:v>
              </c:pt>
              <c:pt idx="21">
                <c:v>19148</c:v>
              </c:pt>
              <c:pt idx="22">
                <c:v>19699</c:v>
              </c:pt>
              <c:pt idx="23">
                <c:v>20198</c:v>
              </c:pt>
              <c:pt idx="24">
                <c:v>20790</c:v>
              </c:pt>
              <c:pt idx="25">
                <c:v>22268</c:v>
              </c:pt>
              <c:pt idx="26">
                <c:v>22817</c:v>
              </c:pt>
              <c:pt idx="27">
                <c:v>23411</c:v>
              </c:pt>
              <c:pt idx="28">
                <c:v>24609</c:v>
              </c:pt>
              <c:pt idx="29">
                <c:v>24698</c:v>
              </c:pt>
              <c:pt idx="30">
                <c:v>21265</c:v>
              </c:pt>
              <c:pt idx="31">
                <c:v>23784</c:v>
              </c:pt>
              <c:pt idx="32">
                <c:v>24688</c:v>
              </c:pt>
              <c:pt idx="33">
                <c:v>26502</c:v>
              </c:pt>
              <c:pt idx="34">
                <c:v>26158</c:v>
              </c:pt>
              <c:pt idx="35">
                <c:v>28309</c:v>
              </c:pt>
              <c:pt idx="36">
                <c:v>27807</c:v>
              </c:pt>
              <c:pt idx="37">
                <c:v>28920</c:v>
              </c:pt>
              <c:pt idx="38">
                <c:v>32733</c:v>
              </c:pt>
              <c:pt idx="39">
                <c:v>33901</c:v>
              </c:pt>
              <c:pt idx="40">
                <c:v>36522</c:v>
              </c:pt>
              <c:pt idx="41">
                <c:v>38925</c:v>
              </c:pt>
              <c:pt idx="42">
                <c:v>40816</c:v>
              </c:pt>
              <c:pt idx="43">
                <c:v>41474</c:v>
              </c:pt>
              <c:pt idx="44">
                <c:v>43575</c:v>
              </c:pt>
              <c:pt idx="45">
                <c:v>47241</c:v>
              </c:pt>
              <c:pt idx="46">
                <c:v>45003</c:v>
              </c:pt>
              <c:pt idx="47">
                <c:v>44079</c:v>
              </c:pt>
              <c:pt idx="48">
                <c:v>41770</c:v>
              </c:pt>
              <c:pt idx="49">
                <c:v>41642</c:v>
              </c:pt>
              <c:pt idx="50">
                <c:v>44593</c:v>
              </c:pt>
              <c:pt idx="51">
                <c:v>45887</c:v>
              </c:pt>
              <c:pt idx="52">
                <c:v>47153</c:v>
              </c:pt>
              <c:pt idx="53">
                <c:v>52437</c:v>
              </c:pt>
              <c:pt idx="54">
                <c:v>51363</c:v>
              </c:pt>
              <c:pt idx="55">
                <c:v>54161</c:v>
              </c:pt>
              <c:pt idx="56">
                <c:v>59507</c:v>
              </c:pt>
              <c:pt idx="57">
                <c:v>59856</c:v>
              </c:pt>
              <c:pt idx="58">
                <c:v>67431</c:v>
              </c:pt>
              <c:pt idx="59">
                <c:v>69737</c:v>
              </c:pt>
              <c:pt idx="60">
                <c:v>74965</c:v>
              </c:pt>
              <c:pt idx="61">
                <c:v>76998</c:v>
              </c:pt>
              <c:pt idx="62">
                <c:v>70629</c:v>
              </c:pt>
              <c:pt idx="63">
                <c:v>79543</c:v>
              </c:pt>
              <c:pt idx="64">
                <c:v>84910</c:v>
              </c:pt>
              <c:pt idx="65">
                <c:v>86155</c:v>
              </c:pt>
              <c:pt idx="66">
                <c:v>89189</c:v>
              </c:pt>
              <c:pt idx="67">
                <c:v>96162</c:v>
              </c:pt>
              <c:pt idx="68">
                <c:v>103465</c:v>
              </c:pt>
              <c:pt idx="69">
                <c:v>106711</c:v>
              </c:pt>
            </c:numLit>
          </c:val>
        </c:ser>
        <c:ser>
          <c:idx val="1"/>
          <c:order val="1"/>
          <c:tx>
            <c:v>SPY · S&amp;P 500 tracker</c:v>
          </c:tx>
          <c:spPr>
            <a:ln xmlns:a="http://schemas.openxmlformats.org/drawingml/2006/main" w="28575">
              <a:solidFill>
                <a:srgbClr val="0B2942"/>
              </a:solidFill>
              <a:prstDash val="dash"/>
            </a:ln>
          </c:spPr>
          <c:marker>
            <c:symbol val="none"/>
          </c:marker>
          <c:cat>
            <c:strLit>
              <c:ptCount val="70"/>
              <c:pt idx="0">
                <c:v>2013-01-02</c:v>
              </c:pt>
              <c:pt idx="1">
                <c:v>2013-03-15</c:v>
              </c:pt>
              <c:pt idx="2">
                <c:v>2013-05-28</c:v>
              </c:pt>
              <c:pt idx="3">
                <c:v>2013-08-07</c:v>
              </c:pt>
              <c:pt idx="4">
                <c:v>2013-10-17</c:v>
              </c:pt>
              <c:pt idx="5">
                <c:v>2013-12-30</c:v>
              </c:pt>
              <c:pt idx="6">
                <c:v>2014-03-13</c:v>
              </c:pt>
              <c:pt idx="7">
                <c:v>2014-05-23</c:v>
              </c:pt>
              <c:pt idx="8">
                <c:v>2014-08-05</c:v>
              </c:pt>
              <c:pt idx="9">
                <c:v>2014-10-15</c:v>
              </c:pt>
              <c:pt idx="10">
                <c:v>2014-12-26</c:v>
              </c:pt>
              <c:pt idx="11">
                <c:v>2015-03-11</c:v>
              </c:pt>
              <c:pt idx="12">
                <c:v>2015-05-21</c:v>
              </c:pt>
              <c:pt idx="13">
                <c:v>2015-08-03</c:v>
              </c:pt>
              <c:pt idx="14">
                <c:v>2015-10-13</c:v>
              </c:pt>
              <c:pt idx="15">
                <c:v>2015-12-23</c:v>
              </c:pt>
              <c:pt idx="16">
                <c:v>2016-03-08</c:v>
              </c:pt>
              <c:pt idx="17">
                <c:v>2016-05-18</c:v>
              </c:pt>
              <c:pt idx="18">
                <c:v>2016-07-29</c:v>
              </c:pt>
              <c:pt idx="19">
                <c:v>2016-10-10</c:v>
              </c:pt>
              <c:pt idx="20">
                <c:v>2016-12-20</c:v>
              </c:pt>
              <c:pt idx="21">
                <c:v>2017-03-06</c:v>
              </c:pt>
              <c:pt idx="22">
                <c:v>2017-05-16</c:v>
              </c:pt>
              <c:pt idx="23">
                <c:v>2017-07-27</c:v>
              </c:pt>
              <c:pt idx="24">
                <c:v>2017-10-06</c:v>
              </c:pt>
              <c:pt idx="25">
                <c:v>2017-12-18</c:v>
              </c:pt>
              <c:pt idx="26">
                <c:v>2018-03-02</c:v>
              </c:pt>
              <c:pt idx="27">
                <c:v>2018-05-14</c:v>
              </c:pt>
              <c:pt idx="28">
                <c:v>2018-07-25</c:v>
              </c:pt>
              <c:pt idx="29">
                <c:v>2018-10-04</c:v>
              </c:pt>
              <c:pt idx="30">
                <c:v>2018-12-17</c:v>
              </c:pt>
              <c:pt idx="31">
                <c:v>2019-03-01</c:v>
              </c:pt>
              <c:pt idx="32">
                <c:v>2019-05-13</c:v>
              </c:pt>
              <c:pt idx="33">
                <c:v>2019-07-24</c:v>
              </c:pt>
              <c:pt idx="34">
                <c:v>2019-10-03</c:v>
              </c:pt>
              <c:pt idx="35">
                <c:v>2019-12-13</c:v>
              </c:pt>
              <c:pt idx="36">
                <c:v>2020-02-27</c:v>
              </c:pt>
              <c:pt idx="37">
                <c:v>2020-05-08</c:v>
              </c:pt>
              <c:pt idx="38">
                <c:v>2020-07-21</c:v>
              </c:pt>
              <c:pt idx="39">
                <c:v>2020-09-30</c:v>
              </c:pt>
              <c:pt idx="40">
                <c:v>2020-12-10</c:v>
              </c:pt>
              <c:pt idx="41">
                <c:v>2021-02-24</c:v>
              </c:pt>
              <c:pt idx="42">
                <c:v>2021-05-06</c:v>
              </c:pt>
              <c:pt idx="43">
                <c:v>2021-07-19</c:v>
              </c:pt>
              <c:pt idx="44">
                <c:v>2021-09-28</c:v>
              </c:pt>
              <c:pt idx="45">
                <c:v>2021-12-08</c:v>
              </c:pt>
              <c:pt idx="46">
                <c:v>2022-02-18</c:v>
              </c:pt>
              <c:pt idx="47">
                <c:v>2022-05-03</c:v>
              </c:pt>
              <c:pt idx="48">
                <c:v>2022-07-15</c:v>
              </c:pt>
              <c:pt idx="49">
                <c:v>2022-09-26</c:v>
              </c:pt>
              <c:pt idx="50">
                <c:v>2022-12-06</c:v>
              </c:pt>
              <c:pt idx="51">
                <c:v>2023-02-17</c:v>
              </c:pt>
              <c:pt idx="52">
                <c:v>2023-05-02</c:v>
              </c:pt>
              <c:pt idx="53">
                <c:v>2023-07-14</c:v>
              </c:pt>
              <c:pt idx="54">
                <c:v>2023-09-25</c:v>
              </c:pt>
              <c:pt idx="55">
                <c:v>2023-12-05</c:v>
              </c:pt>
              <c:pt idx="56">
                <c:v>2024-02-16</c:v>
              </c:pt>
              <c:pt idx="57">
                <c:v>2024-04-30</c:v>
              </c:pt>
              <c:pt idx="58">
                <c:v>2024-07-12</c:v>
              </c:pt>
              <c:pt idx="59">
                <c:v>2024-09-23</c:v>
              </c:pt>
              <c:pt idx="60">
                <c:v>2024-12-03</c:v>
              </c:pt>
              <c:pt idx="61">
                <c:v>2025-02-18</c:v>
              </c:pt>
              <c:pt idx="62">
                <c:v>2025-04-30</c:v>
              </c:pt>
              <c:pt idx="63">
                <c:v>2025-07-14</c:v>
              </c:pt>
              <c:pt idx="64">
                <c:v>2025-09-23</c:v>
              </c:pt>
              <c:pt idx="65">
                <c:v>2025-12-03</c:v>
              </c:pt>
              <c:pt idx="66">
                <c:v>2026-02-17</c:v>
              </c:pt>
              <c:pt idx="67">
                <c:v>2026-04-29</c:v>
              </c:pt>
              <c:pt idx="68">
                <c:v>2026-07-13</c:v>
              </c:pt>
              <c:pt idx="69">
                <c:v>2026-08-27</c:v>
              </c:pt>
            </c:strLit>
          </c:cat>
          <c:val>
            <c:numLit>
              <c:formatCode>$#,##0</c:formatCode>
              <c:ptCount val="70"/>
              <c:pt idx="0">
                <c:v>10246</c:v>
              </c:pt>
              <c:pt idx="1">
                <c:v>10980</c:v>
              </c:pt>
              <c:pt idx="2">
                <c:v>11718</c:v>
              </c:pt>
              <c:pt idx="3">
                <c:v>11984</c:v>
              </c:pt>
              <c:pt idx="4">
                <c:v>12330</c:v>
              </c:pt>
              <c:pt idx="5">
                <c:v>13156</c:v>
              </c:pt>
              <c:pt idx="6">
                <c:v>13253</c:v>
              </c:pt>
              <c:pt idx="7">
                <c:v>13683</c:v>
              </c:pt>
              <c:pt idx="8">
                <c:v>13869</c:v>
              </c:pt>
              <c:pt idx="9">
                <c:v>13528</c:v>
              </c:pt>
              <c:pt idx="10">
                <c:v>15209</c:v>
              </c:pt>
              <c:pt idx="11">
                <c:v>14922</c:v>
              </c:pt>
              <c:pt idx="12">
                <c:v>15648</c:v>
              </c:pt>
              <c:pt idx="13">
                <c:v>15451</c:v>
              </c:pt>
              <c:pt idx="14">
                <c:v>14825</c:v>
              </c:pt>
              <c:pt idx="15">
                <c:v>15343</c:v>
              </c:pt>
              <c:pt idx="16">
                <c:v>14775</c:v>
              </c:pt>
              <c:pt idx="17">
                <c:v>15339</c:v>
              </c:pt>
              <c:pt idx="18">
                <c:v>16337</c:v>
              </c:pt>
              <c:pt idx="19">
                <c:v>16347</c:v>
              </c:pt>
              <c:pt idx="20">
                <c:v>17223</c:v>
              </c:pt>
              <c:pt idx="21">
                <c:v>18083</c:v>
              </c:pt>
              <c:pt idx="22">
                <c:v>18343</c:v>
              </c:pt>
              <c:pt idx="23">
                <c:v>18979</c:v>
              </c:pt>
              <c:pt idx="24">
                <c:v>19626</c:v>
              </c:pt>
              <c:pt idx="25">
                <c:v>20799</c:v>
              </c:pt>
              <c:pt idx="26">
                <c:v>20867</c:v>
              </c:pt>
              <c:pt idx="27">
                <c:v>21254</c:v>
              </c:pt>
              <c:pt idx="28">
                <c:v>22213</c:v>
              </c:pt>
              <c:pt idx="29">
                <c:v>22740</c:v>
              </c:pt>
              <c:pt idx="30">
                <c:v>20062</c:v>
              </c:pt>
              <c:pt idx="31">
                <c:v>22160</c:v>
              </c:pt>
              <c:pt idx="32">
                <c:v>22292</c:v>
              </c:pt>
              <c:pt idx="33">
                <c:v>24042</c:v>
              </c:pt>
              <c:pt idx="34">
                <c:v>23270</c:v>
              </c:pt>
              <c:pt idx="35">
                <c:v>25425</c:v>
              </c:pt>
              <c:pt idx="36">
                <c:v>23955</c:v>
              </c:pt>
              <c:pt idx="37">
                <c:v>23686</c:v>
              </c:pt>
              <c:pt idx="38">
                <c:v>26439</c:v>
              </c:pt>
              <c:pt idx="39">
                <c:v>27352</c:v>
              </c:pt>
              <c:pt idx="40">
                <c:v>29953</c:v>
              </c:pt>
              <c:pt idx="41">
                <c:v>32134</c:v>
              </c:pt>
              <c:pt idx="42">
                <c:v>34486</c:v>
              </c:pt>
              <c:pt idx="43">
                <c:v>35086</c:v>
              </c:pt>
              <c:pt idx="44">
                <c:v>35923</c:v>
              </c:pt>
              <c:pt idx="45">
                <c:v>38888</c:v>
              </c:pt>
              <c:pt idx="46">
                <c:v>36092</c:v>
              </c:pt>
              <c:pt idx="47">
                <c:v>34716</c:v>
              </c:pt>
              <c:pt idx="48">
                <c:v>32249</c:v>
              </c:pt>
              <c:pt idx="49">
                <c:v>30631</c:v>
              </c:pt>
              <c:pt idx="50">
                <c:v>33113</c:v>
              </c:pt>
              <c:pt idx="51">
                <c:v>34399</c:v>
              </c:pt>
              <c:pt idx="52">
                <c:v>34834</c:v>
              </c:pt>
              <c:pt idx="53">
                <c:v>38235</c:v>
              </c:pt>
              <c:pt idx="54">
                <c:v>36914</c:v>
              </c:pt>
              <c:pt idx="55">
                <c:v>38995</c:v>
              </c:pt>
              <c:pt idx="56">
                <c:v>42832</c:v>
              </c:pt>
              <c:pt idx="57">
                <c:v>43178</c:v>
              </c:pt>
              <c:pt idx="58">
                <c:v>48323</c:v>
              </c:pt>
              <c:pt idx="59">
                <c:v>49309</c:v>
              </c:pt>
              <c:pt idx="60">
                <c:v>52273</c:v>
              </c:pt>
              <c:pt idx="61">
                <c:v>53107</c:v>
              </c:pt>
              <c:pt idx="62">
                <c:v>48306</c:v>
              </c:pt>
              <c:pt idx="63">
                <c:v>54588</c:v>
              </c:pt>
              <c:pt idx="64">
                <c:v>58104</c:v>
              </c:pt>
              <c:pt idx="65">
                <c:v>59915</c:v>
              </c:pt>
              <c:pt idx="66">
                <c:v>60001</c:v>
              </c:pt>
              <c:pt idx="67">
                <c:v>62696</c:v>
              </c:pt>
              <c:pt idx="68">
                <c:v>66178</c:v>
              </c:pt>
              <c:pt idx="69">
                <c:v>68082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2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6E1"/>
              </a:solidFill>
              <a:prstDash val="solid"/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30000"/>
      </c:valAx>
      <c:spPr>
        <a:solidFill xmlns:a="http://schemas.openxmlformats.org/drawingml/2006/main">
          <a:srgbClr val="FFFCF6"/>
        </a:solidFill>
        <a:ln xmlns:a="http://schemas.openxmlformats.org/drawingml/2006/main" w="0">
          <a:noFill/>
          <a:prstDash val="solid"/>
        </a:ln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200" b="1">
              <a:solidFill>
                <a:srgbClr val="122A3E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CF6"/>
    </a:solidFill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ser>
          <c:idx val="0"/>
          <c:order val="0"/>
          <c:tx>
            <c:v>Finly drawdown</c:v>
          </c:tx>
          <c:spPr>
            <a:ln xmlns:a="http://schemas.openxmlformats.org/drawingml/2006/main" w="19050">
              <a:solidFill>
                <a:srgbClr val="2F7D68"/>
              </a:solidFill>
              <a:prstDash val="solid"/>
            </a:ln>
          </c:spPr>
          <c:marker>
            <c:symbol val="none"/>
          </c:marker>
          <c:cat>
            <c:strLit>
              <c:ptCount val="647"/>
              <c:pt idx="0">
                <c:v>2013-01-02</c:v>
              </c:pt>
              <c:pt idx="1">
                <c:v>2013-01-08</c:v>
              </c:pt>
              <c:pt idx="2">
                <c:v>2013-01-24</c:v>
              </c:pt>
              <c:pt idx="3">
                <c:v>2013-01-25</c:v>
              </c:pt>
              <c:pt idx="4">
                <c:v>2013-02-04</c:v>
              </c:pt>
              <c:pt idx="5">
                <c:v>2013-02-15</c:v>
              </c:pt>
              <c:pt idx="6">
                <c:v>2013-02-19</c:v>
              </c:pt>
              <c:pt idx="7">
                <c:v>2013-02-25</c:v>
              </c:pt>
              <c:pt idx="8">
                <c:v>2013-03-12</c:v>
              </c:pt>
              <c:pt idx="9">
                <c:v>2013-03-13</c:v>
              </c:pt>
              <c:pt idx="10">
                <c:v>2013-03-21</c:v>
              </c:pt>
              <c:pt idx="11">
                <c:v>2013-04-04</c:v>
              </c:pt>
              <c:pt idx="12">
                <c:v>2013-04-05</c:v>
              </c:pt>
              <c:pt idx="13">
                <c:v>2013-04-18</c:v>
              </c:pt>
              <c:pt idx="14">
                <c:v>2013-04-26</c:v>
              </c:pt>
              <c:pt idx="15">
                <c:v>2013-04-29</c:v>
              </c:pt>
              <c:pt idx="16">
                <c:v>2013-05-01</c:v>
              </c:pt>
              <c:pt idx="17">
                <c:v>2013-05-20</c:v>
              </c:pt>
              <c:pt idx="18">
                <c:v>2013-05-21</c:v>
              </c:pt>
              <c:pt idx="19">
                <c:v>2013-06-05</c:v>
              </c:pt>
              <c:pt idx="20">
                <c:v>2013-06-12</c:v>
              </c:pt>
              <c:pt idx="21">
                <c:v>2013-06-13</c:v>
              </c:pt>
              <c:pt idx="22">
                <c:v>2013-06-24</c:v>
              </c:pt>
              <c:pt idx="23">
                <c:v>2013-07-05</c:v>
              </c:pt>
              <c:pt idx="24">
                <c:v>2013-07-08</c:v>
              </c:pt>
              <c:pt idx="25">
                <c:v>2013-07-29</c:v>
              </c:pt>
              <c:pt idx="26">
                <c:v>2013-07-30</c:v>
              </c:pt>
              <c:pt idx="27">
                <c:v>2013-08-19</c:v>
              </c:pt>
              <c:pt idx="28">
                <c:v>2013-08-20</c:v>
              </c:pt>
              <c:pt idx="29">
                <c:v>2013-08-21</c:v>
              </c:pt>
              <c:pt idx="30">
                <c:v>2013-08-27</c:v>
              </c:pt>
              <c:pt idx="31">
                <c:v>2013-09-12</c:v>
              </c:pt>
              <c:pt idx="32">
                <c:v>2013-09-13</c:v>
              </c:pt>
              <c:pt idx="33">
                <c:v>2013-10-03</c:v>
              </c:pt>
              <c:pt idx="34">
                <c:v>2013-10-04</c:v>
              </c:pt>
              <c:pt idx="35">
                <c:v>2013-10-07</c:v>
              </c:pt>
              <c:pt idx="36">
                <c:v>2013-10-08</c:v>
              </c:pt>
              <c:pt idx="37">
                <c:v>2013-10-09</c:v>
              </c:pt>
              <c:pt idx="38">
                <c:v>2013-10-28</c:v>
              </c:pt>
              <c:pt idx="39">
                <c:v>2013-10-29</c:v>
              </c:pt>
              <c:pt idx="40">
                <c:v>2013-11-07</c:v>
              </c:pt>
              <c:pt idx="41">
                <c:v>2013-11-19</c:v>
              </c:pt>
              <c:pt idx="42">
                <c:v>2013-11-20</c:v>
              </c:pt>
              <c:pt idx="43">
                <c:v>2013-12-12</c:v>
              </c:pt>
              <c:pt idx="44">
                <c:v>2013-12-13</c:v>
              </c:pt>
              <c:pt idx="45">
                <c:v>2014-01-07</c:v>
              </c:pt>
              <c:pt idx="46">
                <c:v>2014-01-08</c:v>
              </c:pt>
              <c:pt idx="47">
                <c:v>2014-01-29</c:v>
              </c:pt>
              <c:pt idx="48">
                <c:v>2014-01-30</c:v>
              </c:pt>
              <c:pt idx="49">
                <c:v>2014-01-31</c:v>
              </c:pt>
              <c:pt idx="50">
                <c:v>2014-02-03</c:v>
              </c:pt>
              <c:pt idx="51">
                <c:v>2014-02-24</c:v>
              </c:pt>
              <c:pt idx="52">
                <c:v>2014-02-25</c:v>
              </c:pt>
              <c:pt idx="53">
                <c:v>2014-03-14</c:v>
              </c:pt>
              <c:pt idx="54">
                <c:v>2014-03-18</c:v>
              </c:pt>
              <c:pt idx="55">
                <c:v>2014-03-19</c:v>
              </c:pt>
              <c:pt idx="56">
                <c:v>2014-04-07</c:v>
              </c:pt>
              <c:pt idx="57">
                <c:v>2014-04-09</c:v>
              </c:pt>
              <c:pt idx="58">
                <c:v>2014-04-10</c:v>
              </c:pt>
              <c:pt idx="59">
                <c:v>2014-04-11</c:v>
              </c:pt>
              <c:pt idx="60">
                <c:v>2014-05-02</c:v>
              </c:pt>
              <c:pt idx="61">
                <c:v>2014-05-05</c:v>
              </c:pt>
              <c:pt idx="62">
                <c:v>2014-05-06</c:v>
              </c:pt>
              <c:pt idx="63">
                <c:v>2014-05-15</c:v>
              </c:pt>
              <c:pt idx="64">
                <c:v>2014-05-27</c:v>
              </c:pt>
              <c:pt idx="65">
                <c:v>2014-05-28</c:v>
              </c:pt>
              <c:pt idx="66">
                <c:v>2014-06-12</c:v>
              </c:pt>
              <c:pt idx="67">
                <c:v>2014-06-18</c:v>
              </c:pt>
              <c:pt idx="68">
                <c:v>2014-06-19</c:v>
              </c:pt>
              <c:pt idx="69">
                <c:v>2014-07-08</c:v>
              </c:pt>
              <c:pt idx="70">
                <c:v>2014-07-11</c:v>
              </c:pt>
              <c:pt idx="71">
                <c:v>2014-07-14</c:v>
              </c:pt>
              <c:pt idx="72">
                <c:v>2014-08-01</c:v>
              </c:pt>
              <c:pt idx="73">
                <c:v>2014-08-04</c:v>
              </c:pt>
              <c:pt idx="74">
                <c:v>2014-08-05</c:v>
              </c:pt>
              <c:pt idx="75">
                <c:v>2014-08-07</c:v>
              </c:pt>
              <c:pt idx="76">
                <c:v>2014-08-26</c:v>
              </c:pt>
              <c:pt idx="77">
                <c:v>2014-08-27</c:v>
              </c:pt>
              <c:pt idx="78">
                <c:v>2014-09-15</c:v>
              </c:pt>
              <c:pt idx="79">
                <c:v>2014-09-18</c:v>
              </c:pt>
              <c:pt idx="80">
                <c:v>2014-09-19</c:v>
              </c:pt>
              <c:pt idx="81">
                <c:v>2014-10-10</c:v>
              </c:pt>
              <c:pt idx="82">
                <c:v>2014-10-13</c:v>
              </c:pt>
              <c:pt idx="83">
                <c:v>2014-10-16</c:v>
              </c:pt>
              <c:pt idx="84">
                <c:v>2014-11-03</c:v>
              </c:pt>
              <c:pt idx="85">
                <c:v>2014-11-04</c:v>
              </c:pt>
              <c:pt idx="86">
                <c:v>2014-11-19</c:v>
              </c:pt>
              <c:pt idx="87">
                <c:v>2014-11-25</c:v>
              </c:pt>
              <c:pt idx="88">
                <c:v>2014-11-26</c:v>
              </c:pt>
              <c:pt idx="89">
                <c:v>2014-12-16</c:v>
              </c:pt>
              <c:pt idx="90">
                <c:v>2014-12-18</c:v>
              </c:pt>
              <c:pt idx="91">
                <c:v>2014-12-19</c:v>
              </c:pt>
              <c:pt idx="92">
                <c:v>2015-01-06</c:v>
              </c:pt>
              <c:pt idx="93">
                <c:v>2015-01-13</c:v>
              </c:pt>
              <c:pt idx="94">
                <c:v>2015-01-14</c:v>
              </c:pt>
              <c:pt idx="95">
                <c:v>2015-01-15</c:v>
              </c:pt>
              <c:pt idx="96">
                <c:v>2015-02-05</c:v>
              </c:pt>
              <c:pt idx="97">
                <c:v>2015-02-06</c:v>
              </c:pt>
              <c:pt idx="98">
                <c:v>2015-02-09</c:v>
              </c:pt>
              <c:pt idx="99">
                <c:v>2015-02-27</c:v>
              </c:pt>
              <c:pt idx="100">
                <c:v>2015-03-02</c:v>
              </c:pt>
              <c:pt idx="101">
                <c:v>2015-03-03</c:v>
              </c:pt>
              <c:pt idx="102">
                <c:v>2015-03-11</c:v>
              </c:pt>
              <c:pt idx="103">
                <c:v>2015-03-24</c:v>
              </c:pt>
              <c:pt idx="104">
                <c:v>2015-03-25</c:v>
              </c:pt>
              <c:pt idx="105">
                <c:v>2015-03-26</c:v>
              </c:pt>
              <c:pt idx="106">
                <c:v>2015-04-16</c:v>
              </c:pt>
              <c:pt idx="107">
                <c:v>2015-04-17</c:v>
              </c:pt>
              <c:pt idx="108">
                <c:v>2015-05-06</c:v>
              </c:pt>
              <c:pt idx="109">
                <c:v>2015-05-08</c:v>
              </c:pt>
              <c:pt idx="110">
                <c:v>2015-05-11</c:v>
              </c:pt>
              <c:pt idx="111">
                <c:v>2015-05-12</c:v>
              </c:pt>
              <c:pt idx="112">
                <c:v>2015-05-26</c:v>
              </c:pt>
              <c:pt idx="113">
                <c:v>2015-06-02</c:v>
              </c:pt>
              <c:pt idx="114">
                <c:v>2015-06-03</c:v>
              </c:pt>
              <c:pt idx="115">
                <c:v>2015-06-09</c:v>
              </c:pt>
              <c:pt idx="116">
                <c:v>2015-06-24</c:v>
              </c:pt>
              <c:pt idx="117">
                <c:v>2015-06-25</c:v>
              </c:pt>
              <c:pt idx="118">
                <c:v>2015-06-29</c:v>
              </c:pt>
              <c:pt idx="119">
                <c:v>2015-07-08</c:v>
              </c:pt>
              <c:pt idx="120">
                <c:v>2015-07-17</c:v>
              </c:pt>
              <c:pt idx="121">
                <c:v>2015-07-20</c:v>
              </c:pt>
              <c:pt idx="122">
                <c:v>2015-07-27</c:v>
              </c:pt>
              <c:pt idx="123">
                <c:v>2015-08-10</c:v>
              </c:pt>
              <c:pt idx="124">
                <c:v>2015-08-11</c:v>
              </c:pt>
              <c:pt idx="125">
                <c:v>2015-08-25</c:v>
              </c:pt>
              <c:pt idx="126">
                <c:v>2015-09-01</c:v>
              </c:pt>
              <c:pt idx="127">
                <c:v>2015-09-02</c:v>
              </c:pt>
              <c:pt idx="128">
                <c:v>2015-09-04</c:v>
              </c:pt>
              <c:pt idx="129">
                <c:v>2015-09-24</c:v>
              </c:pt>
              <c:pt idx="130">
                <c:v>2015-09-25</c:v>
              </c:pt>
              <c:pt idx="131">
                <c:v>2015-09-28</c:v>
              </c:pt>
              <c:pt idx="132">
                <c:v>2015-09-29</c:v>
              </c:pt>
              <c:pt idx="133">
                <c:v>2015-10-16</c:v>
              </c:pt>
              <c:pt idx="134">
                <c:v>2015-10-19</c:v>
              </c:pt>
              <c:pt idx="135">
                <c:v>2015-10-21</c:v>
              </c:pt>
              <c:pt idx="136">
                <c:v>2015-11-09</c:v>
              </c:pt>
              <c:pt idx="137">
                <c:v>2015-11-10</c:v>
              </c:pt>
              <c:pt idx="138">
                <c:v>2015-11-13</c:v>
              </c:pt>
              <c:pt idx="139">
                <c:v>2015-12-02</c:v>
              </c:pt>
              <c:pt idx="140">
                <c:v>2015-12-03</c:v>
              </c:pt>
              <c:pt idx="141">
                <c:v>2015-12-18</c:v>
              </c:pt>
              <c:pt idx="142">
                <c:v>2015-12-24</c:v>
              </c:pt>
              <c:pt idx="143">
                <c:v>2015-12-28</c:v>
              </c:pt>
              <c:pt idx="144">
                <c:v>2016-01-20</c:v>
              </c:pt>
              <c:pt idx="145">
                <c:v>2016-01-21</c:v>
              </c:pt>
              <c:pt idx="146">
                <c:v>2016-02-11</c:v>
              </c:pt>
              <c:pt idx="147">
                <c:v>2016-02-12</c:v>
              </c:pt>
              <c:pt idx="148">
                <c:v>2016-03-07</c:v>
              </c:pt>
              <c:pt idx="149">
                <c:v>2016-03-08</c:v>
              </c:pt>
              <c:pt idx="150">
                <c:v>2016-03-30</c:v>
              </c:pt>
              <c:pt idx="151">
                <c:v>2016-03-31</c:v>
              </c:pt>
              <c:pt idx="152">
                <c:v>2016-04-07</c:v>
              </c:pt>
              <c:pt idx="153">
                <c:v>2016-04-11</c:v>
              </c:pt>
              <c:pt idx="154">
                <c:v>2016-04-21</c:v>
              </c:pt>
              <c:pt idx="155">
                <c:v>2016-04-22</c:v>
              </c:pt>
              <c:pt idx="156">
                <c:v>2016-05-05</c:v>
              </c:pt>
              <c:pt idx="157">
                <c:v>2016-05-13</c:v>
              </c:pt>
              <c:pt idx="158">
                <c:v>2016-05-16</c:v>
              </c:pt>
              <c:pt idx="159">
                <c:v>2016-05-19</c:v>
              </c:pt>
              <c:pt idx="160">
                <c:v>2016-06-07</c:v>
              </c:pt>
              <c:pt idx="161">
                <c:v>2016-06-08</c:v>
              </c:pt>
              <c:pt idx="162">
                <c:v>2016-06-27</c:v>
              </c:pt>
              <c:pt idx="163">
                <c:v>2016-06-29</c:v>
              </c:pt>
              <c:pt idx="164">
                <c:v>2016-06-30</c:v>
              </c:pt>
              <c:pt idx="165">
                <c:v>2016-07-05</c:v>
              </c:pt>
              <c:pt idx="166">
                <c:v>2016-07-22</c:v>
              </c:pt>
              <c:pt idx="167">
                <c:v>2016-07-25</c:v>
              </c:pt>
              <c:pt idx="168">
                <c:v>2016-08-02</c:v>
              </c:pt>
              <c:pt idx="169">
                <c:v>2016-08-15</c:v>
              </c:pt>
              <c:pt idx="170">
                <c:v>2016-08-16</c:v>
              </c:pt>
              <c:pt idx="171">
                <c:v>2016-08-26</c:v>
              </c:pt>
              <c:pt idx="172">
                <c:v>2016-08-30</c:v>
              </c:pt>
              <c:pt idx="173">
                <c:v>2016-09-07</c:v>
              </c:pt>
              <c:pt idx="174">
                <c:v>2016-09-08</c:v>
              </c:pt>
              <c:pt idx="175">
                <c:v>2016-09-09</c:v>
              </c:pt>
              <c:pt idx="176">
                <c:v>2016-09-14</c:v>
              </c:pt>
              <c:pt idx="177">
                <c:v>2016-09-29</c:v>
              </c:pt>
              <c:pt idx="178">
                <c:v>2016-09-30</c:v>
              </c:pt>
              <c:pt idx="179">
                <c:v>2016-10-11</c:v>
              </c:pt>
              <c:pt idx="180">
                <c:v>2016-10-17</c:v>
              </c:pt>
              <c:pt idx="181">
                <c:v>2016-10-21</c:v>
              </c:pt>
              <c:pt idx="182">
                <c:v>2016-10-24</c:v>
              </c:pt>
              <c:pt idx="183">
                <c:v>2016-11-04</c:v>
              </c:pt>
              <c:pt idx="184">
                <c:v>2016-11-14</c:v>
              </c:pt>
              <c:pt idx="185">
                <c:v>2016-11-15</c:v>
              </c:pt>
              <c:pt idx="186">
                <c:v>2016-12-01</c:v>
              </c:pt>
              <c:pt idx="187">
                <c:v>2016-12-07</c:v>
              </c:pt>
              <c:pt idx="188">
                <c:v>2016-12-08</c:v>
              </c:pt>
              <c:pt idx="189">
                <c:v>2016-12-30</c:v>
              </c:pt>
              <c:pt idx="190">
                <c:v>2017-01-03</c:v>
              </c:pt>
              <c:pt idx="191">
                <c:v>2017-01-19</c:v>
              </c:pt>
              <c:pt idx="192">
                <c:v>2017-01-25</c:v>
              </c:pt>
              <c:pt idx="193">
                <c:v>2017-01-26</c:v>
              </c:pt>
              <c:pt idx="194">
                <c:v>2017-01-30</c:v>
              </c:pt>
              <c:pt idx="195">
                <c:v>2017-01-31</c:v>
              </c:pt>
              <c:pt idx="196">
                <c:v>2017-02-16</c:v>
              </c:pt>
              <c:pt idx="197">
                <c:v>2017-02-17</c:v>
              </c:pt>
              <c:pt idx="198">
                <c:v>2017-03-08</c:v>
              </c:pt>
              <c:pt idx="199">
                <c:v>2017-03-13</c:v>
              </c:pt>
              <c:pt idx="200">
                <c:v>2017-03-14</c:v>
              </c:pt>
              <c:pt idx="201">
                <c:v>2017-03-21</c:v>
              </c:pt>
              <c:pt idx="202">
                <c:v>2017-03-27</c:v>
              </c:pt>
              <c:pt idx="203">
                <c:v>2017-04-04</c:v>
              </c:pt>
              <c:pt idx="204">
                <c:v>2017-04-05</c:v>
              </c:pt>
              <c:pt idx="205">
                <c:v>2017-04-13</c:v>
              </c:pt>
              <c:pt idx="206">
                <c:v>2017-04-27</c:v>
              </c:pt>
              <c:pt idx="207">
                <c:v>2017-04-28</c:v>
              </c:pt>
              <c:pt idx="208">
                <c:v>2017-05-17</c:v>
              </c:pt>
              <c:pt idx="209">
                <c:v>2017-05-19</c:v>
              </c:pt>
              <c:pt idx="210">
                <c:v>2017-05-22</c:v>
              </c:pt>
              <c:pt idx="211">
                <c:v>2017-06-06</c:v>
              </c:pt>
              <c:pt idx="212">
                <c:v>2017-06-12</c:v>
              </c:pt>
              <c:pt idx="213">
                <c:v>2017-06-13</c:v>
              </c:pt>
              <c:pt idx="214">
                <c:v>2017-06-14</c:v>
              </c:pt>
              <c:pt idx="215">
                <c:v>2017-07-06</c:v>
              </c:pt>
              <c:pt idx="216">
                <c:v>2017-07-07</c:v>
              </c:pt>
              <c:pt idx="217">
                <c:v>2017-07-28</c:v>
              </c:pt>
              <c:pt idx="218">
                <c:v>2017-07-31</c:v>
              </c:pt>
              <c:pt idx="219">
                <c:v>2017-08-18</c:v>
              </c:pt>
              <c:pt idx="220">
                <c:v>2017-08-21</c:v>
              </c:pt>
              <c:pt idx="221">
                <c:v>2017-08-22</c:v>
              </c:pt>
              <c:pt idx="222">
                <c:v>2017-08-24</c:v>
              </c:pt>
              <c:pt idx="223">
                <c:v>2017-09-13</c:v>
              </c:pt>
              <c:pt idx="224">
                <c:v>2017-09-14</c:v>
              </c:pt>
              <c:pt idx="225">
                <c:v>2017-09-25</c:v>
              </c:pt>
              <c:pt idx="226">
                <c:v>2017-10-05</c:v>
              </c:pt>
              <c:pt idx="227">
                <c:v>2017-10-06</c:v>
              </c:pt>
              <c:pt idx="228">
                <c:v>2017-10-25</c:v>
              </c:pt>
              <c:pt idx="229">
                <c:v>2017-10-27</c:v>
              </c:pt>
              <c:pt idx="230">
                <c:v>2017-10-30</c:v>
              </c:pt>
              <c:pt idx="231">
                <c:v>2017-11-15</c:v>
              </c:pt>
              <c:pt idx="232">
                <c:v>2017-11-20</c:v>
              </c:pt>
              <c:pt idx="233">
                <c:v>2017-11-21</c:v>
              </c:pt>
              <c:pt idx="234">
                <c:v>2017-12-05</c:v>
              </c:pt>
              <c:pt idx="235">
                <c:v>2017-12-13</c:v>
              </c:pt>
              <c:pt idx="236">
                <c:v>2017-12-14</c:v>
              </c:pt>
              <c:pt idx="237">
                <c:v>2017-12-29</c:v>
              </c:pt>
              <c:pt idx="238">
                <c:v>2018-01-08</c:v>
              </c:pt>
              <c:pt idx="239">
                <c:v>2018-01-09</c:v>
              </c:pt>
              <c:pt idx="240">
                <c:v>2018-01-30</c:v>
              </c:pt>
              <c:pt idx="241">
                <c:v>2018-01-31</c:v>
              </c:pt>
              <c:pt idx="242">
                <c:v>2018-02-01</c:v>
              </c:pt>
              <c:pt idx="243">
                <c:v>2018-02-08</c:v>
              </c:pt>
              <c:pt idx="244">
                <c:v>2018-02-23</c:v>
              </c:pt>
              <c:pt idx="245">
                <c:v>2018-02-26</c:v>
              </c:pt>
              <c:pt idx="246">
                <c:v>2018-03-01</c:v>
              </c:pt>
              <c:pt idx="247">
                <c:v>2018-03-19</c:v>
              </c:pt>
              <c:pt idx="248">
                <c:v>2018-03-20</c:v>
              </c:pt>
              <c:pt idx="249">
                <c:v>2018-04-02</c:v>
              </c:pt>
              <c:pt idx="250">
                <c:v>2018-04-11</c:v>
              </c:pt>
              <c:pt idx="251">
                <c:v>2018-04-12</c:v>
              </c:pt>
              <c:pt idx="252">
                <c:v>2018-04-24</c:v>
              </c:pt>
              <c:pt idx="253">
                <c:v>2018-05-03</c:v>
              </c:pt>
              <c:pt idx="254">
                <c:v>2018-05-04</c:v>
              </c:pt>
              <c:pt idx="255">
                <c:v>2018-05-25</c:v>
              </c:pt>
              <c:pt idx="256">
                <c:v>2018-05-29</c:v>
              </c:pt>
              <c:pt idx="257">
                <c:v>2018-06-19</c:v>
              </c:pt>
              <c:pt idx="258">
                <c:v>2018-06-20</c:v>
              </c:pt>
              <c:pt idx="259">
                <c:v>2018-06-27</c:v>
              </c:pt>
              <c:pt idx="260">
                <c:v>2018-07-12</c:v>
              </c:pt>
              <c:pt idx="261">
                <c:v>2018-07-13</c:v>
              </c:pt>
              <c:pt idx="262">
                <c:v>2018-07-16</c:v>
              </c:pt>
              <c:pt idx="263">
                <c:v>2018-07-30</c:v>
              </c:pt>
              <c:pt idx="264">
                <c:v>2018-08-03</c:v>
              </c:pt>
              <c:pt idx="265">
                <c:v>2018-08-06</c:v>
              </c:pt>
              <c:pt idx="266">
                <c:v>2018-08-15</c:v>
              </c:pt>
              <c:pt idx="267">
                <c:v>2018-08-27</c:v>
              </c:pt>
              <c:pt idx="268">
                <c:v>2018-08-28</c:v>
              </c:pt>
              <c:pt idx="269">
                <c:v>2018-09-07</c:v>
              </c:pt>
              <c:pt idx="270">
                <c:v>2018-09-19</c:v>
              </c:pt>
              <c:pt idx="271">
                <c:v>2018-09-20</c:v>
              </c:pt>
              <c:pt idx="272">
                <c:v>2018-10-11</c:v>
              </c:pt>
              <c:pt idx="273">
                <c:v>2018-10-12</c:v>
              </c:pt>
              <c:pt idx="274">
                <c:v>2018-10-29</c:v>
              </c:pt>
              <c:pt idx="275">
                <c:v>2018-11-02</c:v>
              </c:pt>
              <c:pt idx="276">
                <c:v>2018-11-05</c:v>
              </c:pt>
              <c:pt idx="277">
                <c:v>2018-11-23</c:v>
              </c:pt>
              <c:pt idx="278">
                <c:v>2018-11-27</c:v>
              </c:pt>
              <c:pt idx="279">
                <c:v>2018-11-28</c:v>
              </c:pt>
              <c:pt idx="280">
                <c:v>2018-12-20</c:v>
              </c:pt>
              <c:pt idx="281">
                <c:v>2018-12-21</c:v>
              </c:pt>
              <c:pt idx="282">
                <c:v>2018-12-24</c:v>
              </c:pt>
              <c:pt idx="283">
                <c:v>2019-01-15</c:v>
              </c:pt>
              <c:pt idx="284">
                <c:v>2019-01-16</c:v>
              </c:pt>
              <c:pt idx="285">
                <c:v>2019-02-07</c:v>
              </c:pt>
              <c:pt idx="286">
                <c:v>2019-02-08</c:v>
              </c:pt>
              <c:pt idx="287">
                <c:v>2019-02-11</c:v>
              </c:pt>
              <c:pt idx="288">
                <c:v>2019-03-04</c:v>
              </c:pt>
              <c:pt idx="289">
                <c:v>2019-03-05</c:v>
              </c:pt>
              <c:pt idx="290">
                <c:v>2019-03-08</c:v>
              </c:pt>
              <c:pt idx="291">
                <c:v>2019-03-26</c:v>
              </c:pt>
              <c:pt idx="292">
                <c:v>2019-03-27</c:v>
              </c:pt>
              <c:pt idx="293">
                <c:v>2019-04-17</c:v>
              </c:pt>
              <c:pt idx="294">
                <c:v>2019-04-18</c:v>
              </c:pt>
              <c:pt idx="295">
                <c:v>2019-05-09</c:v>
              </c:pt>
              <c:pt idx="296">
                <c:v>2019-05-10</c:v>
              </c:pt>
              <c:pt idx="297">
                <c:v>2019-05-13</c:v>
              </c:pt>
              <c:pt idx="298">
                <c:v>2019-06-03</c:v>
              </c:pt>
              <c:pt idx="299">
                <c:v>2019-06-04</c:v>
              </c:pt>
              <c:pt idx="300">
                <c:v>2019-06-05</c:v>
              </c:pt>
              <c:pt idx="301">
                <c:v>2019-06-26</c:v>
              </c:pt>
              <c:pt idx="302">
                <c:v>2019-06-27</c:v>
              </c:pt>
              <c:pt idx="303">
                <c:v>2019-07-19</c:v>
              </c:pt>
              <c:pt idx="304">
                <c:v>2019-07-22</c:v>
              </c:pt>
              <c:pt idx="305">
                <c:v>2019-08-05</c:v>
              </c:pt>
              <c:pt idx="306">
                <c:v>2019-08-12</c:v>
              </c:pt>
              <c:pt idx="307">
                <c:v>2019-08-13</c:v>
              </c:pt>
              <c:pt idx="308">
                <c:v>2019-08-14</c:v>
              </c:pt>
              <c:pt idx="309">
                <c:v>2019-09-04</c:v>
              </c:pt>
              <c:pt idx="310">
                <c:v>2019-09-05</c:v>
              </c:pt>
              <c:pt idx="311">
                <c:v>2019-09-24</c:v>
              </c:pt>
              <c:pt idx="312">
                <c:v>2019-09-26</c:v>
              </c:pt>
              <c:pt idx="313">
                <c:v>2019-09-27</c:v>
              </c:pt>
              <c:pt idx="314">
                <c:v>2019-10-02</c:v>
              </c:pt>
              <c:pt idx="315">
                <c:v>2019-10-18</c:v>
              </c:pt>
              <c:pt idx="316">
                <c:v>2019-10-21</c:v>
              </c:pt>
              <c:pt idx="317">
                <c:v>2019-10-22</c:v>
              </c:pt>
              <c:pt idx="318">
                <c:v>2019-11-11</c:v>
              </c:pt>
              <c:pt idx="319">
                <c:v>2019-11-12</c:v>
              </c:pt>
              <c:pt idx="320">
                <c:v>2019-12-03</c:v>
              </c:pt>
              <c:pt idx="321">
                <c:v>2019-12-04</c:v>
              </c:pt>
              <c:pt idx="322">
                <c:v>2019-12-05</c:v>
              </c:pt>
              <c:pt idx="323">
                <c:v>2019-12-27</c:v>
              </c:pt>
              <c:pt idx="324">
                <c:v>2019-12-30</c:v>
              </c:pt>
              <c:pt idx="325">
                <c:v>2020-01-03</c:v>
              </c:pt>
              <c:pt idx="326">
                <c:v>2020-01-22</c:v>
              </c:pt>
              <c:pt idx="327">
                <c:v>2020-01-23</c:v>
              </c:pt>
              <c:pt idx="328">
                <c:v>2020-01-27</c:v>
              </c:pt>
              <c:pt idx="329">
                <c:v>2020-01-31</c:v>
              </c:pt>
              <c:pt idx="330">
                <c:v>2020-02-13</c:v>
              </c:pt>
              <c:pt idx="331">
                <c:v>2020-02-14</c:v>
              </c:pt>
              <c:pt idx="332">
                <c:v>2020-03-09</c:v>
              </c:pt>
              <c:pt idx="333">
                <c:v>2020-03-10</c:v>
              </c:pt>
              <c:pt idx="334">
                <c:v>2020-03-23</c:v>
              </c:pt>
              <c:pt idx="335">
                <c:v>2020-03-31</c:v>
              </c:pt>
              <c:pt idx="336">
                <c:v>2020-04-01</c:v>
              </c:pt>
              <c:pt idx="337">
                <c:v>2020-04-23</c:v>
              </c:pt>
              <c:pt idx="338">
                <c:v>2020-04-24</c:v>
              </c:pt>
              <c:pt idx="339">
                <c:v>2020-05-01</c:v>
              </c:pt>
              <c:pt idx="340">
                <c:v>2020-05-13</c:v>
              </c:pt>
              <c:pt idx="341">
                <c:v>2020-05-15</c:v>
              </c:pt>
              <c:pt idx="342">
                <c:v>2020-05-18</c:v>
              </c:pt>
              <c:pt idx="343">
                <c:v>2020-05-19</c:v>
              </c:pt>
              <c:pt idx="344">
                <c:v>2020-06-09</c:v>
              </c:pt>
              <c:pt idx="345">
                <c:v>2020-06-10</c:v>
              </c:pt>
              <c:pt idx="346">
                <c:v>2020-06-11</c:v>
              </c:pt>
              <c:pt idx="347">
                <c:v>2020-07-01</c:v>
              </c:pt>
              <c:pt idx="348">
                <c:v>2020-07-02</c:v>
              </c:pt>
              <c:pt idx="349">
                <c:v>2020-07-24</c:v>
              </c:pt>
              <c:pt idx="350">
                <c:v>2020-07-27</c:v>
              </c:pt>
              <c:pt idx="351">
                <c:v>2020-07-28</c:v>
              </c:pt>
              <c:pt idx="352">
                <c:v>2020-08-11</c:v>
              </c:pt>
              <c:pt idx="353">
                <c:v>2020-08-17</c:v>
              </c:pt>
              <c:pt idx="354">
                <c:v>2020-08-18</c:v>
              </c:pt>
              <c:pt idx="355">
                <c:v>2020-09-08</c:v>
              </c:pt>
              <c:pt idx="356">
                <c:v>2020-09-09</c:v>
              </c:pt>
              <c:pt idx="357">
                <c:v>2020-09-10</c:v>
              </c:pt>
              <c:pt idx="358">
                <c:v>2020-09-23</c:v>
              </c:pt>
              <c:pt idx="359">
                <c:v>2020-10-01</c:v>
              </c:pt>
              <c:pt idx="360">
                <c:v>2020-10-02</c:v>
              </c:pt>
              <c:pt idx="361">
                <c:v>2020-10-23</c:v>
              </c:pt>
              <c:pt idx="362">
                <c:v>2020-10-26</c:v>
              </c:pt>
              <c:pt idx="363">
                <c:v>2020-10-30</c:v>
              </c:pt>
              <c:pt idx="364">
                <c:v>2020-11-16</c:v>
              </c:pt>
              <c:pt idx="365">
                <c:v>2020-11-17</c:v>
              </c:pt>
              <c:pt idx="366">
                <c:v>2020-11-20</c:v>
              </c:pt>
              <c:pt idx="367">
                <c:v>2020-11-23</c:v>
              </c:pt>
              <c:pt idx="368">
                <c:v>2020-12-09</c:v>
              </c:pt>
              <c:pt idx="369">
                <c:v>2020-12-10</c:v>
              </c:pt>
              <c:pt idx="370">
                <c:v>2020-12-11</c:v>
              </c:pt>
              <c:pt idx="371">
                <c:v>2020-12-14</c:v>
              </c:pt>
              <c:pt idx="372">
                <c:v>2021-01-04</c:v>
              </c:pt>
              <c:pt idx="373">
                <c:v>2021-01-05</c:v>
              </c:pt>
              <c:pt idx="374">
                <c:v>2021-01-27</c:v>
              </c:pt>
              <c:pt idx="375">
                <c:v>2021-01-28</c:v>
              </c:pt>
              <c:pt idx="376">
                <c:v>2021-01-29</c:v>
              </c:pt>
              <c:pt idx="377">
                <c:v>2021-02-19</c:v>
              </c:pt>
              <c:pt idx="378">
                <c:v>2021-02-22</c:v>
              </c:pt>
              <c:pt idx="379">
                <c:v>2021-03-04</c:v>
              </c:pt>
              <c:pt idx="380">
                <c:v>2021-03-08</c:v>
              </c:pt>
              <c:pt idx="381">
                <c:v>2021-03-15</c:v>
              </c:pt>
              <c:pt idx="382">
                <c:v>2021-03-16</c:v>
              </c:pt>
              <c:pt idx="383">
                <c:v>2021-03-24</c:v>
              </c:pt>
              <c:pt idx="384">
                <c:v>2021-04-07</c:v>
              </c:pt>
              <c:pt idx="385">
                <c:v>2021-04-08</c:v>
              </c:pt>
              <c:pt idx="386">
                <c:v>2021-04-20</c:v>
              </c:pt>
              <c:pt idx="387">
                <c:v>2021-04-22</c:v>
              </c:pt>
              <c:pt idx="388">
                <c:v>2021-04-29</c:v>
              </c:pt>
              <c:pt idx="389">
                <c:v>2021-04-30</c:v>
              </c:pt>
              <c:pt idx="390">
                <c:v>2021-05-12</c:v>
              </c:pt>
              <c:pt idx="391">
                <c:v>2021-05-21</c:v>
              </c:pt>
              <c:pt idx="392">
                <c:v>2021-05-24</c:v>
              </c:pt>
              <c:pt idx="393">
                <c:v>2021-05-25</c:v>
              </c:pt>
              <c:pt idx="394">
                <c:v>2021-06-03</c:v>
              </c:pt>
              <c:pt idx="395">
                <c:v>2021-06-15</c:v>
              </c:pt>
              <c:pt idx="396">
                <c:v>2021-06-16</c:v>
              </c:pt>
              <c:pt idx="397">
                <c:v>2021-06-18</c:v>
              </c:pt>
              <c:pt idx="398">
                <c:v>2021-07-08</c:v>
              </c:pt>
              <c:pt idx="399">
                <c:v>2021-07-09</c:v>
              </c:pt>
              <c:pt idx="400">
                <c:v>2021-07-19</c:v>
              </c:pt>
              <c:pt idx="401">
                <c:v>2021-07-30</c:v>
              </c:pt>
              <c:pt idx="402">
                <c:v>2021-08-02</c:v>
              </c:pt>
              <c:pt idx="403">
                <c:v>2021-08-18</c:v>
              </c:pt>
              <c:pt idx="404">
                <c:v>2021-08-19</c:v>
              </c:pt>
              <c:pt idx="405">
                <c:v>2021-08-23</c:v>
              </c:pt>
              <c:pt idx="406">
                <c:v>2021-08-24</c:v>
              </c:pt>
              <c:pt idx="407">
                <c:v>2021-09-14</c:v>
              </c:pt>
              <c:pt idx="408">
                <c:v>2021-09-15</c:v>
              </c:pt>
              <c:pt idx="409">
                <c:v>2021-09-16</c:v>
              </c:pt>
              <c:pt idx="410">
                <c:v>2021-09-21</c:v>
              </c:pt>
              <c:pt idx="411">
                <c:v>2021-10-04</c:v>
              </c:pt>
              <c:pt idx="412">
                <c:v>2021-10-07</c:v>
              </c:pt>
              <c:pt idx="413">
                <c:v>2021-10-08</c:v>
              </c:pt>
              <c:pt idx="414">
                <c:v>2021-10-12</c:v>
              </c:pt>
              <c:pt idx="415">
                <c:v>2021-10-29</c:v>
              </c:pt>
              <c:pt idx="416">
                <c:v>2021-11-01</c:v>
              </c:pt>
              <c:pt idx="417">
                <c:v>2021-11-10</c:v>
              </c:pt>
              <c:pt idx="418">
                <c:v>2021-11-22</c:v>
              </c:pt>
              <c:pt idx="419">
                <c:v>2021-11-23</c:v>
              </c:pt>
              <c:pt idx="420">
                <c:v>2021-12-01</c:v>
              </c:pt>
              <c:pt idx="421">
                <c:v>2021-12-15</c:v>
              </c:pt>
              <c:pt idx="422">
                <c:v>2021-12-16</c:v>
              </c:pt>
              <c:pt idx="423">
                <c:v>2021-12-20</c:v>
              </c:pt>
              <c:pt idx="424">
                <c:v>2022-01-07</c:v>
              </c:pt>
              <c:pt idx="425">
                <c:v>2022-01-10</c:v>
              </c:pt>
              <c:pt idx="426">
                <c:v>2022-01-27</c:v>
              </c:pt>
              <c:pt idx="427">
                <c:v>2022-02-01</c:v>
              </c:pt>
              <c:pt idx="428">
                <c:v>2022-02-02</c:v>
              </c:pt>
              <c:pt idx="429">
                <c:v>2022-02-23</c:v>
              </c:pt>
              <c:pt idx="430">
                <c:v>2022-02-24</c:v>
              </c:pt>
              <c:pt idx="431">
                <c:v>2022-02-25</c:v>
              </c:pt>
              <c:pt idx="432">
                <c:v>2022-03-08</c:v>
              </c:pt>
              <c:pt idx="433">
                <c:v>2022-03-14</c:v>
              </c:pt>
              <c:pt idx="434">
                <c:v>2022-03-18</c:v>
              </c:pt>
              <c:pt idx="435">
                <c:v>2022-03-21</c:v>
              </c:pt>
              <c:pt idx="436">
                <c:v>2022-04-11</c:v>
              </c:pt>
              <c:pt idx="437">
                <c:v>2022-04-12</c:v>
              </c:pt>
              <c:pt idx="438">
                <c:v>2022-04-29</c:v>
              </c:pt>
              <c:pt idx="439">
                <c:v>2022-05-04</c:v>
              </c:pt>
              <c:pt idx="440">
                <c:v>2022-05-05</c:v>
              </c:pt>
              <c:pt idx="441">
                <c:v>2022-05-19</c:v>
              </c:pt>
              <c:pt idx="442">
                <c:v>2022-05-20</c:v>
              </c:pt>
              <c:pt idx="443">
                <c:v>2022-05-26</c:v>
              </c:pt>
              <c:pt idx="444">
                <c:v>2022-05-27</c:v>
              </c:pt>
              <c:pt idx="445">
                <c:v>2022-06-16</c:v>
              </c:pt>
              <c:pt idx="446">
                <c:v>2022-06-21</c:v>
              </c:pt>
              <c:pt idx="447">
                <c:v>2022-06-22</c:v>
              </c:pt>
              <c:pt idx="448">
                <c:v>2022-07-14</c:v>
              </c:pt>
              <c:pt idx="449">
                <c:v>2022-07-15</c:v>
              </c:pt>
              <c:pt idx="450">
                <c:v>2022-07-18</c:v>
              </c:pt>
              <c:pt idx="451">
                <c:v>2022-08-05</c:v>
              </c:pt>
              <c:pt idx="452">
                <c:v>2022-08-08</c:v>
              </c:pt>
              <c:pt idx="453">
                <c:v>2022-08-09</c:v>
              </c:pt>
              <c:pt idx="454">
                <c:v>2022-08-29</c:v>
              </c:pt>
              <c:pt idx="455">
                <c:v>2022-08-30</c:v>
              </c:pt>
              <c:pt idx="456">
                <c:v>2022-09-21</c:v>
              </c:pt>
              <c:pt idx="457">
                <c:v>2022-09-22</c:v>
              </c:pt>
              <c:pt idx="458">
                <c:v>2022-09-30</c:v>
              </c:pt>
              <c:pt idx="459">
                <c:v>2022-10-12</c:v>
              </c:pt>
              <c:pt idx="460">
                <c:v>2022-10-13</c:v>
              </c:pt>
              <c:pt idx="461">
                <c:v>2022-10-14</c:v>
              </c:pt>
              <c:pt idx="462">
                <c:v>2022-11-04</c:v>
              </c:pt>
              <c:pt idx="463">
                <c:v>2022-11-07</c:v>
              </c:pt>
              <c:pt idx="464">
                <c:v>2022-11-09</c:v>
              </c:pt>
              <c:pt idx="465">
                <c:v>2022-11-29</c:v>
              </c:pt>
              <c:pt idx="466">
                <c:v>2022-11-30</c:v>
              </c:pt>
              <c:pt idx="467">
                <c:v>2022-12-19</c:v>
              </c:pt>
              <c:pt idx="468">
                <c:v>2022-12-21</c:v>
              </c:pt>
              <c:pt idx="469">
                <c:v>2022-12-22</c:v>
              </c:pt>
              <c:pt idx="470">
                <c:v>2022-12-28</c:v>
              </c:pt>
              <c:pt idx="471">
                <c:v>2023-01-05</c:v>
              </c:pt>
              <c:pt idx="472">
                <c:v>2023-01-17</c:v>
              </c:pt>
              <c:pt idx="473">
                <c:v>2023-01-18</c:v>
              </c:pt>
              <c:pt idx="474">
                <c:v>2023-01-19</c:v>
              </c:pt>
              <c:pt idx="475">
                <c:v>2023-02-08</c:v>
              </c:pt>
              <c:pt idx="476">
                <c:v>2023-02-09</c:v>
              </c:pt>
              <c:pt idx="477">
                <c:v>2023-03-01</c:v>
              </c:pt>
              <c:pt idx="478">
                <c:v>2023-03-03</c:v>
              </c:pt>
              <c:pt idx="479">
                <c:v>2023-03-06</c:v>
              </c:pt>
              <c:pt idx="480">
                <c:v>2023-03-10</c:v>
              </c:pt>
              <c:pt idx="481">
                <c:v>2023-03-13</c:v>
              </c:pt>
              <c:pt idx="482">
                <c:v>2023-03-27</c:v>
              </c:pt>
              <c:pt idx="483">
                <c:v>2023-03-28</c:v>
              </c:pt>
              <c:pt idx="484">
                <c:v>2023-04-19</c:v>
              </c:pt>
              <c:pt idx="485">
                <c:v>2023-04-20</c:v>
              </c:pt>
              <c:pt idx="486">
                <c:v>2023-04-26</c:v>
              </c:pt>
              <c:pt idx="487">
                <c:v>2023-05-04</c:v>
              </c:pt>
              <c:pt idx="488">
                <c:v>2023-05-11</c:v>
              </c:pt>
              <c:pt idx="489">
                <c:v>2023-05-12</c:v>
              </c:pt>
              <c:pt idx="490">
                <c:v>2023-05-16</c:v>
              </c:pt>
              <c:pt idx="491">
                <c:v>2023-06-05</c:v>
              </c:pt>
              <c:pt idx="492">
                <c:v>2023-06-06</c:v>
              </c:pt>
              <c:pt idx="493">
                <c:v>2023-06-07</c:v>
              </c:pt>
              <c:pt idx="494">
                <c:v>2023-06-26</c:v>
              </c:pt>
              <c:pt idx="495">
                <c:v>2023-06-28</c:v>
              </c:pt>
              <c:pt idx="496">
                <c:v>2023-06-29</c:v>
              </c:pt>
              <c:pt idx="497">
                <c:v>2023-07-06</c:v>
              </c:pt>
              <c:pt idx="498">
                <c:v>2023-07-21</c:v>
              </c:pt>
              <c:pt idx="499">
                <c:v>2023-07-24</c:v>
              </c:pt>
              <c:pt idx="500">
                <c:v>2023-08-09</c:v>
              </c:pt>
              <c:pt idx="501">
                <c:v>2023-08-11</c:v>
              </c:pt>
              <c:pt idx="502">
                <c:v>2023-08-14</c:v>
              </c:pt>
              <c:pt idx="503">
                <c:v>2023-08-15</c:v>
              </c:pt>
              <c:pt idx="504">
                <c:v>2023-08-17</c:v>
              </c:pt>
              <c:pt idx="505">
                <c:v>2023-08-24</c:v>
              </c:pt>
              <c:pt idx="506">
                <c:v>2023-09-06</c:v>
              </c:pt>
              <c:pt idx="507">
                <c:v>2023-09-07</c:v>
              </c:pt>
              <c:pt idx="508">
                <c:v>2023-09-26</c:v>
              </c:pt>
              <c:pt idx="509">
                <c:v>2023-09-28</c:v>
              </c:pt>
              <c:pt idx="510">
                <c:v>2023-09-29</c:v>
              </c:pt>
              <c:pt idx="511">
                <c:v>2023-10-20</c:v>
              </c:pt>
              <c:pt idx="512">
                <c:v>2023-10-23</c:v>
              </c:pt>
              <c:pt idx="513">
                <c:v>2023-10-26</c:v>
              </c:pt>
              <c:pt idx="514">
                <c:v>2023-10-27</c:v>
              </c:pt>
              <c:pt idx="515">
                <c:v>2023-11-13</c:v>
              </c:pt>
              <c:pt idx="516">
                <c:v>2023-11-14</c:v>
              </c:pt>
              <c:pt idx="517">
                <c:v>2023-12-06</c:v>
              </c:pt>
              <c:pt idx="518">
                <c:v>2023-12-07</c:v>
              </c:pt>
              <c:pt idx="519">
                <c:v>2023-12-20</c:v>
              </c:pt>
              <c:pt idx="520">
                <c:v>2023-12-29</c:v>
              </c:pt>
              <c:pt idx="521">
                <c:v>2024-01-02</c:v>
              </c:pt>
              <c:pt idx="522">
                <c:v>2024-01-04</c:v>
              </c:pt>
              <c:pt idx="523">
                <c:v>2024-01-24</c:v>
              </c:pt>
              <c:pt idx="524">
                <c:v>2024-01-25</c:v>
              </c:pt>
              <c:pt idx="525">
                <c:v>2024-01-31</c:v>
              </c:pt>
              <c:pt idx="526">
                <c:v>2024-02-15</c:v>
              </c:pt>
              <c:pt idx="527">
                <c:v>2024-02-16</c:v>
              </c:pt>
              <c:pt idx="528">
                <c:v>2024-03-05</c:v>
              </c:pt>
              <c:pt idx="529">
                <c:v>2024-03-11</c:v>
              </c:pt>
              <c:pt idx="530">
                <c:v>2024-03-12</c:v>
              </c:pt>
              <c:pt idx="531">
                <c:v>2024-03-15</c:v>
              </c:pt>
              <c:pt idx="532">
                <c:v>2024-04-03</c:v>
              </c:pt>
              <c:pt idx="533">
                <c:v>2024-04-04</c:v>
              </c:pt>
              <c:pt idx="534">
                <c:v>2024-04-19</c:v>
              </c:pt>
              <c:pt idx="535">
                <c:v>2024-04-25</c:v>
              </c:pt>
              <c:pt idx="536">
                <c:v>2024-04-26</c:v>
              </c:pt>
              <c:pt idx="537">
                <c:v>2024-05-01</c:v>
              </c:pt>
              <c:pt idx="538">
                <c:v>2024-05-17</c:v>
              </c:pt>
              <c:pt idx="539">
                <c:v>2024-05-20</c:v>
              </c:pt>
              <c:pt idx="540">
                <c:v>2024-05-30</c:v>
              </c:pt>
              <c:pt idx="541">
                <c:v>2024-06-11</c:v>
              </c:pt>
              <c:pt idx="542">
                <c:v>2024-06-12</c:v>
              </c:pt>
              <c:pt idx="543">
                <c:v>2024-06-24</c:v>
              </c:pt>
              <c:pt idx="544">
                <c:v>2024-07-05</c:v>
              </c:pt>
              <c:pt idx="545">
                <c:v>2024-07-08</c:v>
              </c:pt>
              <c:pt idx="546">
                <c:v>2024-07-25</c:v>
              </c:pt>
              <c:pt idx="547">
                <c:v>2024-07-29</c:v>
              </c:pt>
              <c:pt idx="548">
                <c:v>2024-07-30</c:v>
              </c:pt>
              <c:pt idx="549">
                <c:v>2024-08-05</c:v>
              </c:pt>
              <c:pt idx="550">
                <c:v>2024-08-20</c:v>
              </c:pt>
              <c:pt idx="551">
                <c:v>2024-08-21</c:v>
              </c:pt>
              <c:pt idx="552">
                <c:v>2024-09-06</c:v>
              </c:pt>
              <c:pt idx="553">
                <c:v>2024-09-12</c:v>
              </c:pt>
              <c:pt idx="554">
                <c:v>2024-09-13</c:v>
              </c:pt>
              <c:pt idx="555">
                <c:v>2024-10-01</c:v>
              </c:pt>
              <c:pt idx="556">
                <c:v>2024-10-03</c:v>
              </c:pt>
              <c:pt idx="557">
                <c:v>2024-10-04</c:v>
              </c:pt>
              <c:pt idx="558">
                <c:v>2024-10-07</c:v>
              </c:pt>
              <c:pt idx="559">
                <c:v>2024-10-23</c:v>
              </c:pt>
              <c:pt idx="560">
                <c:v>2024-10-28</c:v>
              </c:pt>
              <c:pt idx="561">
                <c:v>2024-10-29</c:v>
              </c:pt>
              <c:pt idx="562">
                <c:v>2024-10-31</c:v>
              </c:pt>
              <c:pt idx="563">
                <c:v>2024-11-19</c:v>
              </c:pt>
              <c:pt idx="564">
                <c:v>2024-11-20</c:v>
              </c:pt>
              <c:pt idx="565">
                <c:v>2024-12-12</c:v>
              </c:pt>
              <c:pt idx="566">
                <c:v>2024-12-13</c:v>
              </c:pt>
              <c:pt idx="567">
                <c:v>2024-12-19</c:v>
              </c:pt>
              <c:pt idx="568">
                <c:v>2025-01-07</c:v>
              </c:pt>
              <c:pt idx="569">
                <c:v>2025-01-08</c:v>
              </c:pt>
              <c:pt idx="570">
                <c:v>2025-01-10</c:v>
              </c:pt>
              <c:pt idx="571">
                <c:v>2025-01-13</c:v>
              </c:pt>
              <c:pt idx="572">
                <c:v>2025-01-31</c:v>
              </c:pt>
              <c:pt idx="573">
                <c:v>2025-02-03</c:v>
              </c:pt>
              <c:pt idx="574">
                <c:v>2025-02-25</c:v>
              </c:pt>
              <c:pt idx="575">
                <c:v>2025-02-26</c:v>
              </c:pt>
              <c:pt idx="576">
                <c:v>2025-03-13</c:v>
              </c:pt>
              <c:pt idx="577">
                <c:v>2025-03-19</c:v>
              </c:pt>
              <c:pt idx="578">
                <c:v>2025-03-20</c:v>
              </c:pt>
              <c:pt idx="579">
                <c:v>2025-04-08</c:v>
              </c:pt>
              <c:pt idx="580">
                <c:v>2025-04-10</c:v>
              </c:pt>
              <c:pt idx="581">
                <c:v>2025-04-11</c:v>
              </c:pt>
              <c:pt idx="582">
                <c:v>2025-04-21</c:v>
              </c:pt>
              <c:pt idx="583">
                <c:v>2025-05-05</c:v>
              </c:pt>
              <c:pt idx="584">
                <c:v>2025-05-06</c:v>
              </c:pt>
              <c:pt idx="585">
                <c:v>2025-05-28</c:v>
              </c:pt>
              <c:pt idx="586">
                <c:v>2025-05-29</c:v>
              </c:pt>
              <c:pt idx="587">
                <c:v>2025-05-30</c:v>
              </c:pt>
              <c:pt idx="588">
                <c:v>2025-06-13</c:v>
              </c:pt>
              <c:pt idx="589">
                <c:v>2025-06-20</c:v>
              </c:pt>
              <c:pt idx="590">
                <c:v>2025-06-23</c:v>
              </c:pt>
              <c:pt idx="591">
                <c:v>2025-07-08</c:v>
              </c:pt>
              <c:pt idx="592">
                <c:v>2025-07-15</c:v>
              </c:pt>
              <c:pt idx="593">
                <c:v>2025-07-16</c:v>
              </c:pt>
              <c:pt idx="594">
                <c:v>2025-08-01</c:v>
              </c:pt>
              <c:pt idx="595">
                <c:v>2025-08-06</c:v>
              </c:pt>
              <c:pt idx="596">
                <c:v>2025-08-07</c:v>
              </c:pt>
              <c:pt idx="597">
                <c:v>2025-08-21</c:v>
              </c:pt>
              <c:pt idx="598">
                <c:v>2025-08-28</c:v>
              </c:pt>
              <c:pt idx="599">
                <c:v>2025-08-29</c:v>
              </c:pt>
              <c:pt idx="600">
                <c:v>2025-09-02</c:v>
              </c:pt>
              <c:pt idx="601">
                <c:v>2025-09-22</c:v>
              </c:pt>
              <c:pt idx="602">
                <c:v>2025-09-23</c:v>
              </c:pt>
              <c:pt idx="603">
                <c:v>2025-10-10</c:v>
              </c:pt>
              <c:pt idx="604">
                <c:v>2025-10-14</c:v>
              </c:pt>
              <c:pt idx="605">
                <c:v>2025-10-15</c:v>
              </c:pt>
              <c:pt idx="606">
                <c:v>2025-10-16</c:v>
              </c:pt>
              <c:pt idx="607">
                <c:v>2025-11-04</c:v>
              </c:pt>
              <c:pt idx="608">
                <c:v>2025-11-05</c:v>
              </c:pt>
              <c:pt idx="609">
                <c:v>2025-11-06</c:v>
              </c:pt>
              <c:pt idx="610">
                <c:v>2025-11-20</c:v>
              </c:pt>
              <c:pt idx="611">
                <c:v>2025-11-28</c:v>
              </c:pt>
              <c:pt idx="612">
                <c:v>2025-12-01</c:v>
              </c:pt>
              <c:pt idx="613">
                <c:v>2025-12-17</c:v>
              </c:pt>
              <c:pt idx="614">
                <c:v>2025-12-22</c:v>
              </c:pt>
              <c:pt idx="615">
                <c:v>2025-12-23</c:v>
              </c:pt>
              <c:pt idx="616">
                <c:v>2025-12-31</c:v>
              </c:pt>
              <c:pt idx="617">
                <c:v>2026-01-15</c:v>
              </c:pt>
              <c:pt idx="618">
                <c:v>2026-01-16</c:v>
              </c:pt>
              <c:pt idx="619">
                <c:v>2026-02-05</c:v>
              </c:pt>
              <c:pt idx="620">
                <c:v>2026-02-09</c:v>
              </c:pt>
              <c:pt idx="621">
                <c:v>2026-02-10</c:v>
              </c:pt>
              <c:pt idx="622">
                <c:v>2026-03-03</c:v>
              </c:pt>
              <c:pt idx="623">
                <c:v>2026-03-04</c:v>
              </c:pt>
              <c:pt idx="624">
                <c:v>2026-03-05</c:v>
              </c:pt>
              <c:pt idx="625">
                <c:v>2026-03-26</c:v>
              </c:pt>
              <c:pt idx="626">
                <c:v>2026-03-27</c:v>
              </c:pt>
              <c:pt idx="627">
                <c:v>2026-03-30</c:v>
              </c:pt>
              <c:pt idx="628">
                <c:v>2026-04-20</c:v>
              </c:pt>
              <c:pt idx="629">
                <c:v>2026-04-21</c:v>
              </c:pt>
              <c:pt idx="630">
                <c:v>2026-04-28</c:v>
              </c:pt>
              <c:pt idx="631">
                <c:v>2026-05-12</c:v>
              </c:pt>
              <c:pt idx="632">
                <c:v>2026-05-13</c:v>
              </c:pt>
              <c:pt idx="633">
                <c:v>2026-05-19</c:v>
              </c:pt>
              <c:pt idx="634">
                <c:v>2026-06-04</c:v>
              </c:pt>
              <c:pt idx="635">
                <c:v>2026-06-05</c:v>
              </c:pt>
              <c:pt idx="636">
                <c:v>2026-06-10</c:v>
              </c:pt>
              <c:pt idx="637">
                <c:v>2026-06-29</c:v>
              </c:pt>
              <c:pt idx="638">
                <c:v>2026-06-30</c:v>
              </c:pt>
              <c:pt idx="639">
                <c:v>2026-07-20</c:v>
              </c:pt>
              <c:pt idx="640">
                <c:v>2026-07-22</c:v>
              </c:pt>
              <c:pt idx="641">
                <c:v>2026-07-23</c:v>
              </c:pt>
              <c:pt idx="642">
                <c:v>2026-07-29</c:v>
              </c:pt>
              <c:pt idx="643">
                <c:v>2026-08-13</c:v>
              </c:pt>
              <c:pt idx="644">
                <c:v>2026-08-14</c:v>
              </c:pt>
              <c:pt idx="645">
                <c:v>2026-08-20</c:v>
              </c:pt>
              <c:pt idx="646">
                <c:v>2026-08-27</c:v>
              </c:pt>
            </c:strLit>
          </c:cat>
          <c:val>
            <c:numLit>
              <c:formatCode>0%</c:formatCode>
              <c:ptCount val="647"/>
              <c:pt idx="0">
                <c:v>0</c:v>
              </c:pt>
              <c:pt idx="1">
                <c:v>-0.00662457</c:v>
              </c:pt>
              <c:pt idx="2">
                <c:v>-0.00751658</c:v>
              </c:pt>
              <c:pt idx="3">
                <c:v>-0.00228011</c:v>
              </c:pt>
              <c:pt idx="4">
                <c:v>-0.01328838</c:v>
              </c:pt>
              <c:pt idx="5">
                <c:v>-0.00130378</c:v>
              </c:pt>
              <c:pt idx="6">
                <c:v>0</c:v>
              </c:pt>
              <c:pt idx="7">
                <c:v>-0.01902949</c:v>
              </c:pt>
              <c:pt idx="8">
                <c:v>-0.00167967</c:v>
              </c:pt>
              <c:pt idx="9">
                <c:v>-0.00113367</c:v>
              </c:pt>
              <c:pt idx="10">
                <c:v>-0.00793966</c:v>
              </c:pt>
              <c:pt idx="11">
                <c:v>-0.00451219</c:v>
              </c:pt>
              <c:pt idx="12">
                <c:v>-0.01005728</c:v>
              </c:pt>
              <c:pt idx="13">
                <c:v>-0.02537336</c:v>
              </c:pt>
              <c:pt idx="14">
                <c:v>-0.00278649</c:v>
              </c:pt>
              <c:pt idx="15">
                <c:v>0</c:v>
              </c:pt>
              <c:pt idx="16">
                <c:v>-0.00591532</c:v>
              </c:pt>
              <c:pt idx="17">
                <c:v>-0.00440332</c:v>
              </c:pt>
              <c:pt idx="18">
                <c:v>-0.00156899</c:v>
              </c:pt>
              <c:pt idx="19">
                <c:v>-0.0444989</c:v>
              </c:pt>
              <c:pt idx="20">
                <c:v>-0.04273905</c:v>
              </c:pt>
              <c:pt idx="21">
                <c:v>-0.02818109</c:v>
              </c:pt>
              <c:pt idx="22">
                <c:v>-0.06498736</c:v>
              </c:pt>
              <c:pt idx="23">
                <c:v>-0.02390999</c:v>
              </c:pt>
              <c:pt idx="24">
                <c:v>-0.02069745</c:v>
              </c:pt>
              <c:pt idx="25">
                <c:v>-0.00492199</c:v>
              </c:pt>
              <c:pt idx="26">
                <c:v>-0.00197076</c:v>
              </c:pt>
              <c:pt idx="27">
                <c:v>-0.02913748</c:v>
              </c:pt>
              <c:pt idx="28">
                <c:v>-0.02292018</c:v>
              </c:pt>
              <c:pt idx="29">
                <c:v>-0.02836199</c:v>
              </c:pt>
              <c:pt idx="30">
                <c:v>-0.03400455</c:v>
              </c:pt>
              <c:pt idx="31">
                <c:v>-0.00220827</c:v>
              </c:pt>
              <c:pt idx="32">
                <c:v>-0.00052922</c:v>
              </c:pt>
              <c:pt idx="33">
                <c:v>-0.01440873</c:v>
              </c:pt>
              <c:pt idx="34">
                <c:v>-0.00546548</c:v>
              </c:pt>
              <c:pt idx="35">
                <c:v>-0.01568411</c:v>
              </c:pt>
              <c:pt idx="36">
                <c:v>-0.0322113</c:v>
              </c:pt>
              <c:pt idx="37">
                <c:v>-0.034158</c:v>
              </c:pt>
              <c:pt idx="38">
                <c:v>-3.038E-05</c:v>
              </c:pt>
              <c:pt idx="39">
                <c:v>0</c:v>
              </c:pt>
              <c:pt idx="40">
                <c:v>-0.01837967</c:v>
              </c:pt>
              <c:pt idx="41">
                <c:v>-0.00929464</c:v>
              </c:pt>
              <c:pt idx="42">
                <c:v>-0.01250307</c:v>
              </c:pt>
              <c:pt idx="43">
                <c:v>-0.01756945</c:v>
              </c:pt>
              <c:pt idx="44">
                <c:v>-0.01752869</c:v>
              </c:pt>
              <c:pt idx="45">
                <c:v>-0.00505595</c:v>
              </c:pt>
              <c:pt idx="46">
                <c:v>-0.00241823</c:v>
              </c:pt>
              <c:pt idx="47">
                <c:v>-0.04103249</c:v>
              </c:pt>
              <c:pt idx="48">
                <c:v>-0.02428712</c:v>
              </c:pt>
              <c:pt idx="49">
                <c:v>-0.03116831</c:v>
              </c:pt>
              <c:pt idx="50">
                <c:v>-0.05377293</c:v>
              </c:pt>
              <c:pt idx="51">
                <c:v>0</c:v>
              </c:pt>
              <c:pt idx="52">
                <c:v>-0.00079833</c:v>
              </c:pt>
              <c:pt idx="53">
                <c:v>-0.02400823</c:v>
              </c:pt>
              <c:pt idx="54">
                <c:v>-0.00610724</c:v>
              </c:pt>
              <c:pt idx="55">
                <c:v>-0.01045908</c:v>
              </c:pt>
              <c:pt idx="56">
                <c:v>-0.04657072</c:v>
              </c:pt>
              <c:pt idx="57">
                <c:v>-0.02556987</c:v>
              </c:pt>
              <c:pt idx="58">
                <c:v>-0.05114808</c:v>
              </c:pt>
              <c:pt idx="59">
                <c:v>-0.06231394</c:v>
              </c:pt>
              <c:pt idx="60">
                <c:v>-0.02738554</c:v>
              </c:pt>
              <c:pt idx="61">
                <c:v>-0.02345685</c:v>
              </c:pt>
              <c:pt idx="62">
                <c:v>-0.03416031</c:v>
              </c:pt>
              <c:pt idx="63">
                <c:v>-0.03055407</c:v>
              </c:pt>
              <c:pt idx="64">
                <c:v>0</c:v>
              </c:pt>
              <c:pt idx="65">
                <c:v>-0.00153941</c:v>
              </c:pt>
              <c:pt idx="66">
                <c:v>-0.01175019</c:v>
              </c:pt>
              <c:pt idx="67">
                <c:v>-0.00123425</c:v>
              </c:pt>
              <c:pt idx="68">
                <c:v>-0.00098674</c:v>
              </c:pt>
              <c:pt idx="69">
                <c:v>-0.01430987</c:v>
              </c:pt>
              <c:pt idx="70">
                <c:v>-0.00767898</c:v>
              </c:pt>
              <c:pt idx="71">
                <c:v>-0.00339165</c:v>
              </c:pt>
              <c:pt idx="72">
                <c:v>-0.02953682</c:v>
              </c:pt>
              <c:pt idx="73">
                <c:v>-0.02319363</c:v>
              </c:pt>
              <c:pt idx="74">
                <c:v>-0.03116174</c:v>
              </c:pt>
              <c:pt idx="75">
                <c:v>-0.03609481</c:v>
              </c:pt>
              <c:pt idx="76">
                <c:v>0</c:v>
              </c:pt>
              <c:pt idx="77">
                <c:v>-0.00012192</c:v>
              </c:pt>
              <c:pt idx="78">
                <c:v>-0.01225693</c:v>
              </c:pt>
              <c:pt idx="79">
                <c:v>0</c:v>
              </c:pt>
              <c:pt idx="80">
                <c:v>-0.00033881</c:v>
              </c:pt>
              <c:pt idx="81">
                <c:v>-0.05740044</c:v>
              </c:pt>
              <c:pt idx="82">
                <c:v>-0.07270526</c:v>
              </c:pt>
              <c:pt idx="83">
                <c:v>-0.08058592</c:v>
              </c:pt>
              <c:pt idx="84">
                <c:v>0</c:v>
              </c:pt>
              <c:pt idx="85">
                <c:v>-0.00261503</c:v>
              </c:pt>
              <c:pt idx="86">
                <c:v>-0.00384734</c:v>
              </c:pt>
              <c:pt idx="87">
                <c:v>0</c:v>
              </c:pt>
              <c:pt idx="88">
                <c:v>0</c:v>
              </c:pt>
              <c:pt idx="89">
                <c:v>-0.05662118</c:v>
              </c:pt>
              <c:pt idx="90">
                <c:v>-0.01302258</c:v>
              </c:pt>
              <c:pt idx="91">
                <c:v>-0.00338676</c:v>
              </c:pt>
              <c:pt idx="92">
                <c:v>-0.045337</c:v>
              </c:pt>
              <c:pt idx="93">
                <c:v>-0.0353989</c:v>
              </c:pt>
              <c:pt idx="94">
                <c:v>-0.03642641</c:v>
              </c:pt>
              <c:pt idx="95">
                <c:v>-0.04506005</c:v>
              </c:pt>
              <c:pt idx="96">
                <c:v>0</c:v>
              </c:pt>
              <c:pt idx="97">
                <c:v>-0.00390809</c:v>
              </c:pt>
              <c:pt idx="98">
                <c:v>-0.00576717</c:v>
              </c:pt>
              <c:pt idx="99">
                <c:v>-0.00629549</c:v>
              </c:pt>
              <c:pt idx="100">
                <c:v>-0.00045701</c:v>
              </c:pt>
              <c:pt idx="101">
                <c:v>-0.00426272</c:v>
              </c:pt>
              <c:pt idx="102">
                <c:v>-0.04055249</c:v>
              </c:pt>
              <c:pt idx="103">
                <c:v>-0.01302834</c:v>
              </c:pt>
              <c:pt idx="104">
                <c:v>-0.02842157</c:v>
              </c:pt>
              <c:pt idx="105">
                <c:v>-0.03153625</c:v>
              </c:pt>
              <c:pt idx="106">
                <c:v>-0.00648206</c:v>
              </c:pt>
              <c:pt idx="107">
                <c:v>-0.01949453</c:v>
              </c:pt>
              <c:pt idx="108">
                <c:v>-0.03027897</c:v>
              </c:pt>
              <c:pt idx="109">
                <c:v>-0.01088882</c:v>
              </c:pt>
              <c:pt idx="110">
                <c:v>-0.01414788</c:v>
              </c:pt>
              <c:pt idx="111">
                <c:v>-0.0189126</c:v>
              </c:pt>
              <c:pt idx="112">
                <c:v>-0.01265589</c:v>
              </c:pt>
              <c:pt idx="113">
                <c:v>-0.00745819</c:v>
              </c:pt>
              <c:pt idx="114">
                <c:v>-0.00391577</c:v>
              </c:pt>
              <c:pt idx="115">
                <c:v>-0.02405584</c:v>
              </c:pt>
              <c:pt idx="116">
                <c:v>-0.00579746</c:v>
              </c:pt>
              <c:pt idx="117">
                <c:v>-0.00654846</c:v>
              </c:pt>
              <c:pt idx="118">
                <c:v>-0.03289127</c:v>
              </c:pt>
              <c:pt idx="119">
                <c:v>-0.02800479</c:v>
              </c:pt>
              <c:pt idx="120">
                <c:v>0</c:v>
              </c:pt>
              <c:pt idx="121">
                <c:v>0</c:v>
              </c:pt>
              <c:pt idx="122">
                <c:v>-0.02474475</c:v>
              </c:pt>
              <c:pt idx="123">
                <c:v>-0.00875337</c:v>
              </c:pt>
              <c:pt idx="124">
                <c:v>-0.01626601</c:v>
              </c:pt>
              <c:pt idx="125">
                <c:v>-0.10937598</c:v>
              </c:pt>
              <c:pt idx="126">
                <c:v>-0.09533153</c:v>
              </c:pt>
              <c:pt idx="127">
                <c:v>-0.07440557</c:v>
              </c:pt>
              <c:pt idx="128">
                <c:v>-0.08825428</c:v>
              </c:pt>
              <c:pt idx="129">
                <c:v>-0.07356896</c:v>
              </c:pt>
              <c:pt idx="130">
                <c:v>-0.08069938</c:v>
              </c:pt>
              <c:pt idx="131">
                <c:v>-0.10629764</c:v>
              </c:pt>
              <c:pt idx="132">
                <c:v>-0.10789231</c:v>
              </c:pt>
              <c:pt idx="133">
                <c:v>-0.03659284</c:v>
              </c:pt>
              <c:pt idx="134">
                <c:v>-0.03178026</c:v>
              </c:pt>
              <c:pt idx="135">
                <c:v>-0.04214869</c:v>
              </c:pt>
              <c:pt idx="136">
                <c:v>-0.01485313</c:v>
              </c:pt>
              <c:pt idx="137">
                <c:v>-0.01466392</c:v>
              </c:pt>
              <c:pt idx="138">
                <c:v>-0.0423201</c:v>
              </c:pt>
              <c:pt idx="139">
                <c:v>-0.00818388</c:v>
              </c:pt>
              <c:pt idx="140">
                <c:v>-0.02416483</c:v>
              </c:pt>
              <c:pt idx="141">
                <c:v>-0.04581535</c:v>
              </c:pt>
              <c:pt idx="142">
                <c:v>-0.02019128</c:v>
              </c:pt>
              <c:pt idx="143">
                <c:v>-0.02195966</c:v>
              </c:pt>
              <c:pt idx="144">
                <c:v>-0.11608774</c:v>
              </c:pt>
              <c:pt idx="145">
                <c:v>-0.11338384</c:v>
              </c:pt>
              <c:pt idx="146">
                <c:v>-0.15164482</c:v>
              </c:pt>
              <c:pt idx="147">
                <c:v>-0.13478074</c:v>
              </c:pt>
              <c:pt idx="148">
                <c:v>-0.06787764</c:v>
              </c:pt>
              <c:pt idx="149">
                <c:v>-0.07327132</c:v>
              </c:pt>
              <c:pt idx="150">
                <c:v>-0.0325471</c:v>
              </c:pt>
              <c:pt idx="151">
                <c:v>-0.03294849</c:v>
              </c:pt>
              <c:pt idx="152">
                <c:v>-0.03719623</c:v>
              </c:pt>
              <c:pt idx="153">
                <c:v>-0.04027314</c:v>
              </c:pt>
              <c:pt idx="154">
                <c:v>-0.03640343</c:v>
              </c:pt>
              <c:pt idx="155">
                <c:v>-0.04217604</c:v>
              </c:pt>
              <c:pt idx="156">
                <c:v>-0.05414572</c:v>
              </c:pt>
              <c:pt idx="157">
                <c:v>-0.05133501</c:v>
              </c:pt>
              <c:pt idx="158">
                <c:v>-0.04118149</c:v>
              </c:pt>
              <c:pt idx="159">
                <c:v>-0.05641439</c:v>
              </c:pt>
              <c:pt idx="160">
                <c:v>-0.01923055</c:v>
              </c:pt>
              <c:pt idx="161">
                <c:v>-0.01688493</c:v>
              </c:pt>
              <c:pt idx="162">
                <c:v>-0.0726393</c:v>
              </c:pt>
              <c:pt idx="163">
                <c:v>-0.04041259</c:v>
              </c:pt>
              <c:pt idx="164">
                <c:v>-0.02826999</c:v>
              </c:pt>
              <c:pt idx="165">
                <c:v>-0.02684703</c:v>
              </c:pt>
              <c:pt idx="166">
                <c:v>0</c:v>
              </c:pt>
              <c:pt idx="167">
                <c:v>-0.00062801</c:v>
              </c:pt>
              <c:pt idx="168">
                <c:v>-0.0064381</c:v>
              </c:pt>
              <c:pt idx="169">
                <c:v>0</c:v>
              </c:pt>
              <c:pt idx="170">
                <c:v>-0.00664338</c:v>
              </c:pt>
              <c:pt idx="171">
                <c:v>-0.01000433</c:v>
              </c:pt>
              <c:pt idx="172">
                <c:v>-0.01126057</c:v>
              </c:pt>
              <c:pt idx="173">
                <c:v>-0.00070194</c:v>
              </c:pt>
              <c:pt idx="174">
                <c:v>-0.00533143</c:v>
              </c:pt>
              <c:pt idx="175">
                <c:v>-0.03265958</c:v>
              </c:pt>
              <c:pt idx="176">
                <c:v>-0.02202101</c:v>
              </c:pt>
              <c:pt idx="177">
                <c:v>-0.01480895</c:v>
              </c:pt>
              <c:pt idx="178">
                <c:v>-0.00977059</c:v>
              </c:pt>
              <c:pt idx="179">
                <c:v>-0.02963575</c:v>
              </c:pt>
              <c:pt idx="180">
                <c:v>-0.02934934</c:v>
              </c:pt>
              <c:pt idx="181">
                <c:v>-0.02107713</c:v>
              </c:pt>
              <c:pt idx="182">
                <c:v>-0.01311541</c:v>
              </c:pt>
              <c:pt idx="183">
                <c:v>-0.04417862</c:v>
              </c:pt>
              <c:pt idx="184">
                <c:v>-0.04360778</c:v>
              </c:pt>
              <c:pt idx="185">
                <c:v>-0.03284971</c:v>
              </c:pt>
              <c:pt idx="186">
                <c:v>-0.03358793</c:v>
              </c:pt>
              <c:pt idx="187">
                <c:v>-0.01014987</c:v>
              </c:pt>
              <c:pt idx="188">
                <c:v>-0.00856549</c:v>
              </c:pt>
              <c:pt idx="189">
                <c:v>-0.01376622</c:v>
              </c:pt>
              <c:pt idx="190">
                <c:v>-0.00746999</c:v>
              </c:pt>
              <c:pt idx="191">
                <c:v>-0.00317978</c:v>
              </c:pt>
              <c:pt idx="192">
                <c:v>0</c:v>
              </c:pt>
              <c:pt idx="193">
                <c:v>0</c:v>
              </c:pt>
              <c:pt idx="194">
                <c:v>-0.00854811</c:v>
              </c:pt>
              <c:pt idx="195">
                <c:v>-0.00623071</c:v>
              </c:pt>
              <c:pt idx="196">
                <c:v>0</c:v>
              </c:pt>
              <c:pt idx="197">
                <c:v>0</c:v>
              </c:pt>
              <c:pt idx="198">
                <c:v>-0.01483964</c:v>
              </c:pt>
              <c:pt idx="199">
                <c:v>-0.0090945</c:v>
              </c:pt>
              <c:pt idx="200">
                <c:v>-0.0140128</c:v>
              </c:pt>
              <c:pt idx="201">
                <c:v>-0.02485403</c:v>
              </c:pt>
              <c:pt idx="202">
                <c:v>-0.02391927</c:v>
              </c:pt>
              <c:pt idx="203">
                <c:v>-0.00932579</c:v>
              </c:pt>
              <c:pt idx="204">
                <c:v>-0.01266755</c:v>
              </c:pt>
              <c:pt idx="205">
                <c:v>-0.02582955</c:v>
              </c:pt>
              <c:pt idx="206">
                <c:v>0</c:v>
              </c:pt>
              <c:pt idx="207">
                <c:v>0</c:v>
              </c:pt>
              <c:pt idx="208">
                <c:v>-0.02415738</c:v>
              </c:pt>
              <c:pt idx="209">
                <c:v>-0.01190093</c:v>
              </c:pt>
              <c:pt idx="210">
                <c:v>-0.00636032</c:v>
              </c:pt>
              <c:pt idx="211">
                <c:v>-0.00457517</c:v>
              </c:pt>
              <c:pt idx="212">
                <c:v>-0.01538736</c:v>
              </c:pt>
              <c:pt idx="213">
                <c:v>-0.00869202</c:v>
              </c:pt>
              <c:pt idx="214">
                <c:v>-0.01148477</c:v>
              </c:pt>
              <c:pt idx="215">
                <c:v>-0.02216211</c:v>
              </c:pt>
              <c:pt idx="216">
                <c:v>-0.01261382</c:v>
              </c:pt>
              <c:pt idx="217">
                <c:v>-0.00588095</c:v>
              </c:pt>
              <c:pt idx="218">
                <c:v>-0.00791319</c:v>
              </c:pt>
              <c:pt idx="219">
                <c:v>-0.0297311</c:v>
              </c:pt>
              <c:pt idx="220">
                <c:v>-0.0313489</c:v>
              </c:pt>
              <c:pt idx="221">
                <c:v>-0.01922886</c:v>
              </c:pt>
              <c:pt idx="222">
                <c:v>-0.0242652</c:v>
              </c:pt>
              <c:pt idx="223">
                <c:v>-0.00384581</c:v>
              </c:pt>
              <c:pt idx="224">
                <c:v>-0.00686519</c:v>
              </c:pt>
              <c:pt idx="225">
                <c:v>-0.01047238</c:v>
              </c:pt>
              <c:pt idx="226">
                <c:v>0</c:v>
              </c:pt>
              <c:pt idx="227">
                <c:v>0</c:v>
              </c:pt>
              <c:pt idx="228">
                <c:v>-0.00722733</c:v>
              </c:pt>
              <c:pt idx="229">
                <c:v>0</c:v>
              </c:pt>
              <c:pt idx="230">
                <c:v>-0.00029638</c:v>
              </c:pt>
              <c:pt idx="231">
                <c:v>-0.01126636</c:v>
              </c:pt>
              <c:pt idx="232">
                <c:v>-0.00279217</c:v>
              </c:pt>
              <c:pt idx="233">
                <c:v>0</c:v>
              </c:pt>
              <c:pt idx="234">
                <c:v>-0.01338173</c:v>
              </c:pt>
              <c:pt idx="235">
                <c:v>-0.00110971</c:v>
              </c:pt>
              <c:pt idx="236">
                <c:v>-0.00261699</c:v>
              </c:pt>
              <c:pt idx="237">
                <c:v>-0.01715753</c:v>
              </c:pt>
              <c:pt idx="238">
                <c:v>0</c:v>
              </c:pt>
              <c:pt idx="239">
                <c:v>0</c:v>
              </c:pt>
              <c:pt idx="240">
                <c:v>-0.01592323</c:v>
              </c:pt>
              <c:pt idx="241">
                <c:v>-0.01451566</c:v>
              </c:pt>
              <c:pt idx="242">
                <c:v>-0.01882156</c:v>
              </c:pt>
              <c:pt idx="243">
                <c:v>-0.09891798</c:v>
              </c:pt>
              <c:pt idx="244">
                <c:v>-0.02373697</c:v>
              </c:pt>
              <c:pt idx="245">
                <c:v>-0.0131555</c:v>
              </c:pt>
              <c:pt idx="246">
                <c:v>-0.04635579</c:v>
              </c:pt>
              <c:pt idx="247">
                <c:v>-0.02768253</c:v>
              </c:pt>
              <c:pt idx="248">
                <c:v>-0.02667897</c:v>
              </c:pt>
              <c:pt idx="249">
                <c:v>-0.07964414</c:v>
              </c:pt>
              <c:pt idx="250">
                <c:v>-0.05908634</c:v>
              </c:pt>
              <c:pt idx="251">
                <c:v>-0.04822482</c:v>
              </c:pt>
              <c:pt idx="252">
                <c:v>-0.06526532</c:v>
              </c:pt>
              <c:pt idx="253">
                <c:v>-0.05863804</c:v>
              </c:pt>
              <c:pt idx="254">
                <c:v>-0.04305109</c:v>
              </c:pt>
              <c:pt idx="255">
                <c:v>-0.0172092</c:v>
              </c:pt>
              <c:pt idx="256">
                <c:v>-0.02850888</c:v>
              </c:pt>
              <c:pt idx="257">
                <c:v>-0.01010153</c:v>
              </c:pt>
              <c:pt idx="258">
                <c:v>-0.00715902</c:v>
              </c:pt>
              <c:pt idx="259">
                <c:v>-0.04252165</c:v>
              </c:pt>
              <c:pt idx="260">
                <c:v>0</c:v>
              </c:pt>
              <c:pt idx="261">
                <c:v>-0.00057231</c:v>
              </c:pt>
              <c:pt idx="262">
                <c:v>-0.00057741</c:v>
              </c:pt>
              <c:pt idx="263">
                <c:v>-0.02877387</c:v>
              </c:pt>
              <c:pt idx="264">
                <c:v>-0.01161072</c:v>
              </c:pt>
              <c:pt idx="265">
                <c:v>-0.00583549</c:v>
              </c:pt>
              <c:pt idx="266">
                <c:v>-0.0161727</c:v>
              </c:pt>
              <c:pt idx="267">
                <c:v>0</c:v>
              </c:pt>
              <c:pt idx="268">
                <c:v>0</c:v>
              </c:pt>
              <c:pt idx="269">
                <c:v>-0.02355226</c:v>
              </c:pt>
              <c:pt idx="270">
                <c:v>-0.01341111</c:v>
              </c:pt>
              <c:pt idx="271">
                <c:v>-0.00347249</c:v>
              </c:pt>
              <c:pt idx="272">
                <c:v>-0.08685185</c:v>
              </c:pt>
              <c:pt idx="273">
                <c:v>-0.06643904</c:v>
              </c:pt>
              <c:pt idx="274">
                <c:v>-0.11879661</c:v>
              </c:pt>
              <c:pt idx="275">
                <c:v>-0.08506001</c:v>
              </c:pt>
              <c:pt idx="276">
                <c:v>-0.08356642</c:v>
              </c:pt>
              <c:pt idx="277">
                <c:v>-0.13947487</c:v>
              </c:pt>
              <c:pt idx="278">
                <c:v>-0.11911963</c:v>
              </c:pt>
              <c:pt idx="279">
                <c:v>-0.09296107</c:v>
              </c:pt>
              <c:pt idx="280">
                <c:v>-0.18762205</c:v>
              </c:pt>
              <c:pt idx="281">
                <c:v>-0.20879736</c:v>
              </c:pt>
              <c:pt idx="282">
                <c:v>-0.22993448</c:v>
              </c:pt>
              <c:pt idx="283">
                <c:v>-0.12770928</c:v>
              </c:pt>
              <c:pt idx="284">
                <c:v>-0.12816988</c:v>
              </c:pt>
              <c:pt idx="285">
                <c:v>-0.09084827</c:v>
              </c:pt>
              <c:pt idx="286">
                <c:v>-0.08902546</c:v>
              </c:pt>
              <c:pt idx="287">
                <c:v>-0.08931099</c:v>
              </c:pt>
              <c:pt idx="288">
                <c:v>-0.05696843</c:v>
              </c:pt>
              <c:pt idx="289">
                <c:v>-0.05689024</c:v>
              </c:pt>
              <c:pt idx="290">
                <c:v>-0.07606524</c:v>
              </c:pt>
              <c:pt idx="291">
                <c:v>-0.03129438</c:v>
              </c:pt>
              <c:pt idx="292">
                <c:v>-0.03680342</c:v>
              </c:pt>
              <c:pt idx="293">
                <c:v>-0.00160419</c:v>
              </c:pt>
              <c:pt idx="294">
                <c:v>-0.00027903</c:v>
              </c:pt>
              <c:pt idx="295">
                <c:v>-0.02666433</c:v>
              </c:pt>
              <c:pt idx="296">
                <c:v>-0.02109301</c:v>
              </c:pt>
              <c:pt idx="297">
                <c:v>-0.04075474</c:v>
              </c:pt>
              <c:pt idx="298">
                <c:v>-0.06307326</c:v>
              </c:pt>
              <c:pt idx="299">
                <c:v>-0.04625415</c:v>
              </c:pt>
              <c:pt idx="300">
                <c:v>-0.03613795</c:v>
              </c:pt>
              <c:pt idx="301">
                <c:v>-0.01644528</c:v>
              </c:pt>
              <c:pt idx="302">
                <c:v>-0.0128719</c:v>
              </c:pt>
              <c:pt idx="303">
                <c:v>-0.01109387</c:v>
              </c:pt>
              <c:pt idx="304">
                <c:v>-0.00881144</c:v>
              </c:pt>
              <c:pt idx="305">
                <c:v>-0.05274577</c:v>
              </c:pt>
              <c:pt idx="306">
                <c:v>-0.03317039</c:v>
              </c:pt>
              <c:pt idx="307">
                <c:v>-0.01854776</c:v>
              </c:pt>
              <c:pt idx="308">
                <c:v>-0.04173364</c:v>
              </c:pt>
              <c:pt idx="309">
                <c:v>-0.00803799</c:v>
              </c:pt>
              <c:pt idx="310">
                <c:v>-0.00013632</c:v>
              </c:pt>
              <c:pt idx="311">
                <c:v>-0.00982999</c:v>
              </c:pt>
              <c:pt idx="312">
                <c:v>-0.0060535</c:v>
              </c:pt>
              <c:pt idx="313">
                <c:v>-0.01373594</c:v>
              </c:pt>
              <c:pt idx="314">
                <c:v>-0.02952449</c:v>
              </c:pt>
              <c:pt idx="315">
                <c:v>-0.0056194</c:v>
              </c:pt>
              <c:pt idx="316">
                <c:v>0</c:v>
              </c:pt>
              <c:pt idx="317">
                <c:v>-0.00554336</c:v>
              </c:pt>
              <c:pt idx="318">
                <c:v>-0.00084965</c:v>
              </c:pt>
              <c:pt idx="319">
                <c:v>0</c:v>
              </c:pt>
              <c:pt idx="320">
                <c:v>-0.02492042</c:v>
              </c:pt>
              <c:pt idx="321">
                <c:v>-0.01980888</c:v>
              </c:pt>
              <c:pt idx="322">
                <c:v>-0.01811477</c:v>
              </c:pt>
              <c:pt idx="323">
                <c:v>0</c:v>
              </c:pt>
              <c:pt idx="324">
                <c:v>-0.005358</c:v>
              </c:pt>
              <c:pt idx="325">
                <c:v>-0.00761463</c:v>
              </c:pt>
              <c:pt idx="326">
                <c:v>-0.00159112</c:v>
              </c:pt>
              <c:pt idx="327">
                <c:v>0</c:v>
              </c:pt>
              <c:pt idx="328">
                <c:v>-0.02789081</c:v>
              </c:pt>
              <c:pt idx="329">
                <c:v>-0.02540084</c:v>
              </c:pt>
              <c:pt idx="330">
                <c:v>0</c:v>
              </c:pt>
              <c:pt idx="331">
                <c:v>0</c:v>
              </c:pt>
              <c:pt idx="332">
                <c:v>-0.15642744</c:v>
              </c:pt>
              <c:pt idx="333">
                <c:v>-0.11898117</c:v>
              </c:pt>
              <c:pt idx="334">
                <c:v>-0.28985212</c:v>
              </c:pt>
              <c:pt idx="335">
                <c:v>-0.19159767</c:v>
              </c:pt>
              <c:pt idx="336">
                <c:v>-0.22542044</c:v>
              </c:pt>
              <c:pt idx="337">
                <c:v>-0.12220387</c:v>
              </c:pt>
              <c:pt idx="338">
                <c:v>-0.109655</c:v>
              </c:pt>
              <c:pt idx="339">
                <c:v>-0.12024632</c:v>
              </c:pt>
              <c:pt idx="340">
                <c:v>-0.10545805</c:v>
              </c:pt>
              <c:pt idx="341">
                <c:v>-0.0941419</c:v>
              </c:pt>
              <c:pt idx="342">
                <c:v>-0.07354452</c:v>
              </c:pt>
              <c:pt idx="343">
                <c:v>-0.08053976</c:v>
              </c:pt>
              <c:pt idx="344">
                <c:v>-0.01085042</c:v>
              </c:pt>
              <c:pt idx="345">
                <c:v>-0.00857006</c:v>
              </c:pt>
              <c:pt idx="346">
                <c:v>-0.06511533</c:v>
              </c:pt>
              <c:pt idx="347">
                <c:v>-0.01312681</c:v>
              </c:pt>
              <c:pt idx="348">
                <c:v>-0.0072714</c:v>
              </c:pt>
              <c:pt idx="349">
                <c:v>-0.0267412</c:v>
              </c:pt>
              <c:pt idx="350">
                <c:v>-0.01579509</c:v>
              </c:pt>
              <c:pt idx="351">
                <c:v>-0.02451259</c:v>
              </c:pt>
              <c:pt idx="352">
                <c:v>-0.02502673</c:v>
              </c:pt>
              <c:pt idx="353">
                <c:v>0</c:v>
              </c:pt>
              <c:pt idx="354">
                <c:v>0</c:v>
              </c:pt>
              <c:pt idx="355">
                <c:v>-0.08497369</c:v>
              </c:pt>
              <c:pt idx="356">
                <c:v>-0.06209513</c:v>
              </c:pt>
              <c:pt idx="357">
                <c:v>-0.08000412</c:v>
              </c:pt>
              <c:pt idx="358">
                <c:v>-0.10343082</c:v>
              </c:pt>
              <c:pt idx="359">
                <c:v>-0.05114066</c:v>
              </c:pt>
              <c:pt idx="360">
                <c:v>-0.06767622</c:v>
              </c:pt>
              <c:pt idx="361">
                <c:v>-0.03680776</c:v>
              </c:pt>
              <c:pt idx="362">
                <c:v>-0.0513624</c:v>
              </c:pt>
              <c:pt idx="363">
                <c:v>-0.08992551</c:v>
              </c:pt>
              <c:pt idx="364">
                <c:v>-0.00425476</c:v>
              </c:pt>
              <c:pt idx="365">
                <c:v>-0.00900509</c:v>
              </c:pt>
              <c:pt idx="366">
                <c:v>-0.02075378</c:v>
              </c:pt>
              <c:pt idx="367">
                <c:v>-0.02114312</c:v>
              </c:pt>
              <c:pt idx="368">
                <c:v>-0.01529381</c:v>
              </c:pt>
              <c:pt idx="369">
                <c:v>-0.01351528</c:v>
              </c:pt>
              <c:pt idx="370">
                <c:v>-0.01638328</c:v>
              </c:pt>
              <c:pt idx="371">
                <c:v>-0.01322763</c:v>
              </c:pt>
              <c:pt idx="372">
                <c:v>-0.0119359</c:v>
              </c:pt>
              <c:pt idx="373">
                <c:v>-0.00437086</c:v>
              </c:pt>
              <c:pt idx="374">
                <c:v>-0.02729688</c:v>
              </c:pt>
              <c:pt idx="375">
                <c:v>-0.02090226</c:v>
              </c:pt>
              <c:pt idx="376">
                <c:v>-0.04024869</c:v>
              </c:pt>
              <c:pt idx="377">
                <c:v>-0.01591717</c:v>
              </c:pt>
              <c:pt idx="378">
                <c:v>-0.03619323</c:v>
              </c:pt>
              <c:pt idx="379">
                <c:v>-0.08598871</c:v>
              </c:pt>
              <c:pt idx="380">
                <c:v>-0.08693851</c:v>
              </c:pt>
              <c:pt idx="381">
                <c:v>-0.03330291</c:v>
              </c:pt>
              <c:pt idx="382">
                <c:v>-0.03253416</c:v>
              </c:pt>
              <c:pt idx="383">
                <c:v>-0.05598027</c:v>
              </c:pt>
              <c:pt idx="384">
                <c:v>-0.00128289</c:v>
              </c:pt>
              <c:pt idx="385">
                <c:v>0</c:v>
              </c:pt>
              <c:pt idx="386">
                <c:v>-0.0173467</c:v>
              </c:pt>
              <c:pt idx="387">
                <c:v>-0.01890623</c:v>
              </c:pt>
              <c:pt idx="388">
                <c:v>-0.00355404</c:v>
              </c:pt>
              <c:pt idx="389">
                <c:v>-0.01021619</c:v>
              </c:pt>
              <c:pt idx="390">
                <c:v>-0.05486167</c:v>
              </c:pt>
              <c:pt idx="391">
                <c:v>-0.03355084</c:v>
              </c:pt>
              <c:pt idx="392">
                <c:v>-0.0213873</c:v>
              </c:pt>
              <c:pt idx="393">
                <c:v>-0.02208731</c:v>
              </c:pt>
              <c:pt idx="394">
                <c:v>-0.02288568</c:v>
              </c:pt>
              <c:pt idx="395">
                <c:v>-0.00842145</c:v>
              </c:pt>
              <c:pt idx="396">
                <c:v>-0.01445598</c:v>
              </c:pt>
              <c:pt idx="397">
                <c:v>-0.02219024</c:v>
              </c:pt>
              <c:pt idx="398">
                <c:v>-0.01095325</c:v>
              </c:pt>
              <c:pt idx="399">
                <c:v>0</c:v>
              </c:pt>
              <c:pt idx="400">
                <c:v>-0.03358004</c:v>
              </c:pt>
              <c:pt idx="401">
                <c:v>-0.00355204</c:v>
              </c:pt>
              <c:pt idx="402">
                <c:v>-0.00665079</c:v>
              </c:pt>
              <c:pt idx="403">
                <c:v>-0.02034036</c:v>
              </c:pt>
              <c:pt idx="404">
                <c:v>-0.02142776</c:v>
              </c:pt>
              <c:pt idx="405">
                <c:v>-0.00120569</c:v>
              </c:pt>
              <c:pt idx="406">
                <c:v>0</c:v>
              </c:pt>
              <c:pt idx="407">
                <c:v>-0.01867809</c:v>
              </c:pt>
              <c:pt idx="408">
                <c:v>-0.00551996</c:v>
              </c:pt>
              <c:pt idx="409">
                <c:v>-0.00870762</c:v>
              </c:pt>
              <c:pt idx="410">
                <c:v>-0.03927682</c:v>
              </c:pt>
              <c:pt idx="411">
                <c:v>-0.02541406</c:v>
              </c:pt>
              <c:pt idx="412">
                <c:v>-0.00250754</c:v>
              </c:pt>
              <c:pt idx="413">
                <c:v>0</c:v>
              </c:pt>
              <c:pt idx="414">
                <c:v>-0.01008938</c:v>
              </c:pt>
              <c:pt idx="415">
                <c:v>0</c:v>
              </c:pt>
              <c:pt idx="416">
                <c:v>0</c:v>
              </c:pt>
              <c:pt idx="417">
                <c:v>-0.01624379</c:v>
              </c:pt>
              <c:pt idx="418">
                <c:v>-0.01133775</c:v>
              </c:pt>
              <c:pt idx="419">
                <c:v>-0.00599774</c:v>
              </c:pt>
              <c:pt idx="420">
                <c:v>-0.0499766</c:v>
              </c:pt>
              <c:pt idx="421">
                <c:v>-0.0196558</c:v>
              </c:pt>
              <c:pt idx="422">
                <c:v>-0.02756233</c:v>
              </c:pt>
              <c:pt idx="423">
                <c:v>-0.05161068</c:v>
              </c:pt>
              <c:pt idx="424">
                <c:v>-0.01271295</c:v>
              </c:pt>
              <c:pt idx="425">
                <c:v>-0.01543222</c:v>
              </c:pt>
              <c:pt idx="426">
                <c:v>-0.07437059</c:v>
              </c:pt>
              <c:pt idx="427">
                <c:v>-0.02680534</c:v>
              </c:pt>
              <c:pt idx="428">
                <c:v>-0.02026741</c:v>
              </c:pt>
              <c:pt idx="429">
                <c:v>-0.09203043</c:v>
              </c:pt>
              <c:pt idx="430">
                <c:v>-0.07852507</c:v>
              </c:pt>
              <c:pt idx="431">
                <c:v>-0.05862236</c:v>
              </c:pt>
              <c:pt idx="432">
                <c:v>-0.09307311</c:v>
              </c:pt>
              <c:pt idx="433">
                <c:v>-0.10061895</c:v>
              </c:pt>
              <c:pt idx="434">
                <c:v>-0.03048823</c:v>
              </c:pt>
              <c:pt idx="435">
                <c:v>-0.03123514</c:v>
              </c:pt>
              <c:pt idx="436">
                <c:v>-0.05724166</c:v>
              </c:pt>
              <c:pt idx="437">
                <c:v>-0.05889671</c:v>
              </c:pt>
              <c:pt idx="438">
                <c:v>-0.12013788</c:v>
              </c:pt>
              <c:pt idx="439">
                <c:v>-0.06956687</c:v>
              </c:pt>
              <c:pt idx="440">
                <c:v>-0.11165736</c:v>
              </c:pt>
              <c:pt idx="441">
                <c:v>-0.1701819</c:v>
              </c:pt>
              <c:pt idx="442">
                <c:v>-0.17276106</c:v>
              </c:pt>
              <c:pt idx="443">
                <c:v>-0.13438013</c:v>
              </c:pt>
              <c:pt idx="444">
                <c:v>-0.10809566</c:v>
              </c:pt>
              <c:pt idx="445">
                <c:v>-0.20957533</c:v>
              </c:pt>
              <c:pt idx="446">
                <c:v>-0.18142933</c:v>
              </c:pt>
              <c:pt idx="447">
                <c:v>-0.18091321</c:v>
              </c:pt>
              <c:pt idx="448">
                <c:v>-0.16066268</c:v>
              </c:pt>
              <c:pt idx="449">
                <c:v>-0.14806634</c:v>
              </c:pt>
              <c:pt idx="450">
                <c:v>-0.15458802</c:v>
              </c:pt>
              <c:pt idx="451">
                <c:v>-0.05330971</c:v>
              </c:pt>
              <c:pt idx="452">
                <c:v>-0.05416906</c:v>
              </c:pt>
              <c:pt idx="453">
                <c:v>-0.05605545</c:v>
              </c:pt>
              <c:pt idx="454">
                <c:v>-0.05601346</c:v>
              </c:pt>
              <c:pt idx="455">
                <c:v>-0.06970766</c:v>
              </c:pt>
              <c:pt idx="456">
                <c:v>-0.11404392</c:v>
              </c:pt>
              <c:pt idx="457">
                <c:v>-0.12072817</c:v>
              </c:pt>
              <c:pt idx="458">
                <c:v>-0.17043423</c:v>
              </c:pt>
              <c:pt idx="459">
                <c:v>-0.1688931</c:v>
              </c:pt>
              <c:pt idx="460">
                <c:v>-0.14762021</c:v>
              </c:pt>
              <c:pt idx="461">
                <c:v>-0.17050209</c:v>
              </c:pt>
              <c:pt idx="462">
                <c:v>-0.12483858</c:v>
              </c:pt>
              <c:pt idx="463">
                <c:v>-0.1190029</c:v>
              </c:pt>
              <c:pt idx="464">
                <c:v>-0.13459039</c:v>
              </c:pt>
              <c:pt idx="465">
                <c:v>-0.08656519</c:v>
              </c:pt>
              <c:pt idx="466">
                <c:v>-0.05800864</c:v>
              </c:pt>
              <c:pt idx="467">
                <c:v>-0.11408952</c:v>
              </c:pt>
              <c:pt idx="468">
                <c:v>-0.09953407</c:v>
              </c:pt>
              <c:pt idx="469">
                <c:v>-0.1150727</c:v>
              </c:pt>
              <c:pt idx="470">
                <c:v>-0.12221522</c:v>
              </c:pt>
              <c:pt idx="471">
                <c:v>-0.12396508</c:v>
              </c:pt>
              <c:pt idx="472">
                <c:v>-0.0780544</c:v>
              </c:pt>
              <c:pt idx="473">
                <c:v>-0.09461312</c:v>
              </c:pt>
              <c:pt idx="474">
                <c:v>-0.10005242</c:v>
              </c:pt>
              <c:pt idx="475">
                <c:v>-0.0557356</c:v>
              </c:pt>
              <c:pt idx="476">
                <c:v>-0.06477965</c:v>
              </c:pt>
              <c:pt idx="477">
                <c:v>-0.09447008</c:v>
              </c:pt>
              <c:pt idx="478">
                <c:v>-0.0698398</c:v>
              </c:pt>
              <c:pt idx="479">
                <c:v>-0.06856974</c:v>
              </c:pt>
              <c:pt idx="480">
                <c:v>-0.10426623</c:v>
              </c:pt>
              <c:pt idx="481">
                <c:v>-0.10087058</c:v>
              </c:pt>
              <c:pt idx="482">
                <c:v>-0.06642638</c:v>
              </c:pt>
              <c:pt idx="483">
                <c:v>-0.06605277</c:v>
              </c:pt>
              <c:pt idx="484">
                <c:v>-0.02546204</c:v>
              </c:pt>
              <c:pt idx="485">
                <c:v>-0.03132551</c:v>
              </c:pt>
              <c:pt idx="486">
                <c:v>-0.04649245</c:v>
              </c:pt>
              <c:pt idx="487">
                <c:v>-0.04843677</c:v>
              </c:pt>
              <c:pt idx="488">
                <c:v>-0.03384041</c:v>
              </c:pt>
              <c:pt idx="489">
                <c:v>-0.03545701</c:v>
              </c:pt>
              <c:pt idx="490">
                <c:v>-0.0383619</c:v>
              </c:pt>
              <c:pt idx="491">
                <c:v>-0.00124169</c:v>
              </c:pt>
              <c:pt idx="492">
                <c:v>-0.00035163</c:v>
              </c:pt>
              <c:pt idx="493">
                <c:v>-0.00242117</c:v>
              </c:pt>
              <c:pt idx="494">
                <c:v>-0.02178583</c:v>
              </c:pt>
              <c:pt idx="495">
                <c:v>-0.00933593</c:v>
              </c:pt>
              <c:pt idx="496">
                <c:v>-0.00576805</c:v>
              </c:pt>
              <c:pt idx="497">
                <c:v>-0.01200123</c:v>
              </c:pt>
              <c:pt idx="498">
                <c:v>-0.00911155</c:v>
              </c:pt>
              <c:pt idx="499">
                <c:v>-0.00364305</c:v>
              </c:pt>
              <c:pt idx="500">
                <c:v>-0.02480348</c:v>
              </c:pt>
              <c:pt idx="501">
                <c:v>-0.02431588</c:v>
              </c:pt>
              <c:pt idx="502">
                <c:v>-0.01960156</c:v>
              </c:pt>
              <c:pt idx="503">
                <c:v>-0.03390056</c:v>
              </c:pt>
              <c:pt idx="504">
                <c:v>-0.04609407</c:v>
              </c:pt>
              <c:pt idx="505">
                <c:v>-0.0461621</c:v>
              </c:pt>
              <c:pt idx="506">
                <c:v>-0.01458497</c:v>
              </c:pt>
              <c:pt idx="507">
                <c:v>-0.01971843</c:v>
              </c:pt>
              <c:pt idx="508">
                <c:v>-0.05829696</c:v>
              </c:pt>
              <c:pt idx="509">
                <c:v>-0.04555781</c:v>
              </c:pt>
              <c:pt idx="510">
                <c:v>-0.04968433</c:v>
              </c:pt>
              <c:pt idx="511">
                <c:v>-0.07583022</c:v>
              </c:pt>
              <c:pt idx="512">
                <c:v>-0.07667223</c:v>
              </c:pt>
              <c:pt idx="513">
                <c:v>-0.09648333</c:v>
              </c:pt>
              <c:pt idx="514">
                <c:v>-0.09486262</c:v>
              </c:pt>
              <c:pt idx="515">
                <c:v>-0.02338572</c:v>
              </c:pt>
              <c:pt idx="516">
                <c:v>-0.00317624</c:v>
              </c:pt>
              <c:pt idx="517">
                <c:v>-0.01335471</c:v>
              </c:pt>
              <c:pt idx="518">
                <c:v>-0.00297769</c:v>
              </c:pt>
              <c:pt idx="519">
                <c:v>-0.01568499</c:v>
              </c:pt>
              <c:pt idx="520">
                <c:v>-0.00477241</c:v>
              </c:pt>
              <c:pt idx="521">
                <c:v>-0.02073815</c:v>
              </c:pt>
              <c:pt idx="522">
                <c:v>-0.03790085</c:v>
              </c:pt>
              <c:pt idx="523">
                <c:v>0</c:v>
              </c:pt>
              <c:pt idx="524">
                <c:v>0</c:v>
              </c:pt>
              <c:pt idx="525">
                <c:v>-0.02307076</c:v>
              </c:pt>
              <c:pt idx="526">
                <c:v>-0.00295512</c:v>
              </c:pt>
              <c:pt idx="527">
                <c:v>-0.01097868</c:v>
              </c:pt>
              <c:pt idx="528">
                <c:v>-0.01988529</c:v>
              </c:pt>
              <c:pt idx="529">
                <c:v>-0.01349077</c:v>
              </c:pt>
              <c:pt idx="530">
                <c:v>-0.00196591</c:v>
              </c:pt>
              <c:pt idx="531">
                <c:v>-0.01521713</c:v>
              </c:pt>
              <c:pt idx="532">
                <c:v>-0.00287231</c:v>
              </c:pt>
              <c:pt idx="533">
                <c:v>-0.01493982</c:v>
              </c:pt>
              <c:pt idx="534">
                <c:v>-0.06010933</c:v>
              </c:pt>
              <c:pt idx="535">
                <c:v>-0.03876135</c:v>
              </c:pt>
              <c:pt idx="536">
                <c:v>-0.02836234</c:v>
              </c:pt>
              <c:pt idx="537">
                <c:v>-0.04666036</c:v>
              </c:pt>
              <c:pt idx="538">
                <c:v>-0.00062336</c:v>
              </c:pt>
              <c:pt idx="539">
                <c:v>0</c:v>
              </c:pt>
              <c:pt idx="540">
                <c:v>-0.01685111</c:v>
              </c:pt>
              <c:pt idx="541">
                <c:v>0</c:v>
              </c:pt>
              <c:pt idx="542">
                <c:v>0</c:v>
              </c:pt>
              <c:pt idx="543">
                <c:v>-0.01500453</c:v>
              </c:pt>
              <c:pt idx="544">
                <c:v>0</c:v>
              </c:pt>
              <c:pt idx="545">
                <c:v>0</c:v>
              </c:pt>
              <c:pt idx="546">
                <c:v>-0.0420873</c:v>
              </c:pt>
              <c:pt idx="547">
                <c:v>-0.03401022</c:v>
              </c:pt>
              <c:pt idx="548">
                <c:v>-0.03556918</c:v>
              </c:pt>
              <c:pt idx="549">
                <c:v>-0.08478132</c:v>
              </c:pt>
              <c:pt idx="550">
                <c:v>-0.00153579</c:v>
              </c:pt>
              <c:pt idx="551">
                <c:v>0</c:v>
              </c:pt>
              <c:pt idx="552">
                <c:v>-0.05105734</c:v>
              </c:pt>
              <c:pt idx="553">
                <c:v>-0.00877187</c:v>
              </c:pt>
              <c:pt idx="554">
                <c:v>-0.00356783</c:v>
              </c:pt>
              <c:pt idx="555">
                <c:v>-0.0124567</c:v>
              </c:pt>
              <c:pt idx="556">
                <c:v>-0.01201371</c:v>
              </c:pt>
              <c:pt idx="557">
                <c:v>-0.0004112</c:v>
              </c:pt>
              <c:pt idx="558">
                <c:v>-0.00933489</c:v>
              </c:pt>
              <c:pt idx="559">
                <c:v>-0.0149713</c:v>
              </c:pt>
              <c:pt idx="560">
                <c:v>-0.00734208</c:v>
              </c:pt>
              <c:pt idx="561">
                <c:v>-0.0015903</c:v>
              </c:pt>
              <c:pt idx="562">
                <c:v>-0.0296169</c:v>
              </c:pt>
              <c:pt idx="563">
                <c:v>-0.01902963</c:v>
              </c:pt>
              <c:pt idx="564">
                <c:v>-0.01978591</c:v>
              </c:pt>
              <c:pt idx="565">
                <c:v>-0.00982127</c:v>
              </c:pt>
              <c:pt idx="566">
                <c:v>-0.00529765</c:v>
              </c:pt>
              <c:pt idx="567">
                <c:v>-0.03813875</c:v>
              </c:pt>
              <c:pt idx="568">
                <c:v>-0.02975026</c:v>
              </c:pt>
              <c:pt idx="569">
                <c:v>-0.02889127</c:v>
              </c:pt>
              <c:pt idx="570">
                <c:v>-0.04552932</c:v>
              </c:pt>
              <c:pt idx="571">
                <c:v>-0.04613725</c:v>
              </c:pt>
              <c:pt idx="572">
                <c:v>-0.01414065</c:v>
              </c:pt>
              <c:pt idx="573">
                <c:v>-0.02310203</c:v>
              </c:pt>
              <c:pt idx="574">
                <c:v>-0.03315819</c:v>
              </c:pt>
              <c:pt idx="575">
                <c:v>-0.03173435</c:v>
              </c:pt>
              <c:pt idx="576">
                <c:v>-0.10092769</c:v>
              </c:pt>
              <c:pt idx="577">
                <c:v>-0.07817119</c:v>
              </c:pt>
              <c:pt idx="578">
                <c:v>-0.07961496</c:v>
              </c:pt>
              <c:pt idx="579">
                <c:v>-0.17330553</c:v>
              </c:pt>
              <c:pt idx="580">
                <c:v>-0.12958689</c:v>
              </c:pt>
              <c:pt idx="581">
                <c:v>-0.11659797</c:v>
              </c:pt>
              <c:pt idx="582">
                <c:v>-0.14352912</c:v>
              </c:pt>
              <c:pt idx="583">
                <c:v>-0.07046316</c:v>
              </c:pt>
              <c:pt idx="584">
                <c:v>-0.07449592</c:v>
              </c:pt>
              <c:pt idx="585">
                <c:v>-0.02396314</c:v>
              </c:pt>
              <c:pt idx="586">
                <c:v>-0.0210195</c:v>
              </c:pt>
              <c:pt idx="587">
                <c:v>-0.02075051</c:v>
              </c:pt>
              <c:pt idx="588">
                <c:v>-0.02184092</c:v>
              </c:pt>
              <c:pt idx="589">
                <c:v>-0.02179736</c:v>
              </c:pt>
              <c:pt idx="590">
                <c:v>-0.00929064</c:v>
              </c:pt>
              <c:pt idx="591">
                <c:v>-0.00984659</c:v>
              </c:pt>
              <c:pt idx="592">
                <c:v>-0.00637838</c:v>
              </c:pt>
              <c:pt idx="593">
                <c:v>-0.00434083</c:v>
              </c:pt>
              <c:pt idx="594">
                <c:v>-0.02134191</c:v>
              </c:pt>
              <c:pt idx="595">
                <c:v>-0.00268307</c:v>
              </c:pt>
              <c:pt idx="596">
                <c:v>-0.00101336</c:v>
              </c:pt>
              <c:pt idx="597">
                <c:v>-0.02332509</c:v>
              </c:pt>
              <c:pt idx="598">
                <c:v>0</c:v>
              </c:pt>
              <c:pt idx="599">
                <c:v>-0.00956973</c:v>
              </c:pt>
              <c:pt idx="600">
                <c:v>-0.01782867</c:v>
              </c:pt>
              <c:pt idx="601">
                <c:v>0</c:v>
              </c:pt>
              <c:pt idx="602">
                <c:v>-0.00560896</c:v>
              </c:pt>
              <c:pt idx="603">
                <c:v>-0.02623578</c:v>
              </c:pt>
              <c:pt idx="604">
                <c:v>-0.01109913</c:v>
              </c:pt>
              <c:pt idx="605">
                <c:v>-0.0051655</c:v>
              </c:pt>
              <c:pt idx="606">
                <c:v>-0.01460508</c:v>
              </c:pt>
              <c:pt idx="607">
                <c:v>-0.02174335</c:v>
              </c:pt>
              <c:pt idx="608">
                <c:v>-0.01802096</c:v>
              </c:pt>
              <c:pt idx="609">
                <c:v>-0.02935168</c:v>
              </c:pt>
              <c:pt idx="610">
                <c:v>-0.05188572</c:v>
              </c:pt>
              <c:pt idx="611">
                <c:v>-0.00859042</c:v>
              </c:pt>
              <c:pt idx="612">
                <c:v>-0.01561705</c:v>
              </c:pt>
              <c:pt idx="613">
                <c:v>-0.03140002</c:v>
              </c:pt>
              <c:pt idx="614">
                <c:v>-0.00881579</c:v>
              </c:pt>
              <c:pt idx="615">
                <c:v>-0.00567669</c:v>
              </c:pt>
              <c:pt idx="616">
                <c:v>-0.01559524</c:v>
              </c:pt>
              <c:pt idx="617">
                <c:v>0</c:v>
              </c:pt>
              <c:pt idx="618">
                <c:v>-0.00108431</c:v>
              </c:pt>
              <c:pt idx="619">
                <c:v>-0.0231409</c:v>
              </c:pt>
              <c:pt idx="620">
                <c:v>0</c:v>
              </c:pt>
              <c:pt idx="621">
                <c:v>0</c:v>
              </c:pt>
              <c:pt idx="622">
                <c:v>-0.01967561</c:v>
              </c:pt>
              <c:pt idx="623">
                <c:v>-0.00838633</c:v>
              </c:pt>
              <c:pt idx="624">
                <c:v>-0.01452318</c:v>
              </c:pt>
              <c:pt idx="625">
                <c:v>-0.06605064</c:v>
              </c:pt>
              <c:pt idx="626">
                <c:v>-0.0847117</c:v>
              </c:pt>
              <c:pt idx="627">
                <c:v>-0.09357731</c:v>
              </c:pt>
              <c:pt idx="628">
                <c:v>-0.00176115</c:v>
              </c:pt>
              <c:pt idx="629">
                <c:v>-0.00705293</c:v>
              </c:pt>
              <c:pt idx="630">
                <c:v>-0.01105899</c:v>
              </c:pt>
              <c:pt idx="631">
                <c:v>-0.00907982</c:v>
              </c:pt>
              <c:pt idx="632">
                <c:v>-0.00240929</c:v>
              </c:pt>
              <c:pt idx="633">
                <c:v>-0.02911132</c:v>
              </c:pt>
              <c:pt idx="634">
                <c:v>-0.00696387</c:v>
              </c:pt>
              <c:pt idx="635">
                <c:v>-0.04765048</c:v>
              </c:pt>
              <c:pt idx="636">
                <c:v>-0.0646124</c:v>
              </c:pt>
              <c:pt idx="637">
                <c:v>-0.01772631</c:v>
              </c:pt>
              <c:pt idx="638">
                <c:v>-0.00688685</c:v>
              </c:pt>
              <c:pt idx="639">
                <c:v>-0.05031889</c:v>
              </c:pt>
              <c:pt idx="640">
                <c:v>-0.0406482</c:v>
              </c:pt>
              <c:pt idx="641">
                <c:v>-0.05661526</c:v>
              </c:pt>
              <c:pt idx="642">
                <c:v>-0.07864777</c:v>
              </c:pt>
              <c:pt idx="643">
                <c:v>-0.0014141</c:v>
              </c:pt>
              <c:pt idx="644">
                <c:v>-6.267E-05</c:v>
              </c:pt>
              <c:pt idx="645">
                <c:v>-0.0066089</c:v>
              </c:pt>
              <c:pt idx="646">
                <c:v>-0.00285384</c:v>
              </c:pt>
            </c:numLit>
          </c:val>
        </c:ser>
        <c:ser>
          <c:idx val="1"/>
          <c:order val="1"/>
          <c:tx>
            <c:v>SPY drawdown</c:v>
          </c:tx>
          <c:spPr>
            <a:ln xmlns:a="http://schemas.openxmlformats.org/drawingml/2006/main" w="19050">
              <a:solidFill>
                <a:srgbClr val="0B2942"/>
              </a:solidFill>
              <a:prstDash val="solid"/>
            </a:ln>
          </c:spPr>
          <c:marker>
            <c:symbol val="none"/>
          </c:marker>
          <c:cat>
            <c:strLit>
              <c:ptCount val="647"/>
              <c:pt idx="0">
                <c:v>2013-01-02</c:v>
              </c:pt>
              <c:pt idx="1">
                <c:v>2013-01-08</c:v>
              </c:pt>
              <c:pt idx="2">
                <c:v>2013-01-24</c:v>
              </c:pt>
              <c:pt idx="3">
                <c:v>2013-01-25</c:v>
              </c:pt>
              <c:pt idx="4">
                <c:v>2013-02-04</c:v>
              </c:pt>
              <c:pt idx="5">
                <c:v>2013-02-15</c:v>
              </c:pt>
              <c:pt idx="6">
                <c:v>2013-02-19</c:v>
              </c:pt>
              <c:pt idx="7">
                <c:v>2013-02-25</c:v>
              </c:pt>
              <c:pt idx="8">
                <c:v>2013-03-12</c:v>
              </c:pt>
              <c:pt idx="9">
                <c:v>2013-03-13</c:v>
              </c:pt>
              <c:pt idx="10">
                <c:v>2013-03-21</c:v>
              </c:pt>
              <c:pt idx="11">
                <c:v>2013-04-04</c:v>
              </c:pt>
              <c:pt idx="12">
                <c:v>2013-04-05</c:v>
              </c:pt>
              <c:pt idx="13">
                <c:v>2013-04-18</c:v>
              </c:pt>
              <c:pt idx="14">
                <c:v>2013-04-26</c:v>
              </c:pt>
              <c:pt idx="15">
                <c:v>2013-04-29</c:v>
              </c:pt>
              <c:pt idx="16">
                <c:v>2013-05-01</c:v>
              </c:pt>
              <c:pt idx="17">
                <c:v>2013-05-20</c:v>
              </c:pt>
              <c:pt idx="18">
                <c:v>2013-05-21</c:v>
              </c:pt>
              <c:pt idx="19">
                <c:v>2013-06-05</c:v>
              </c:pt>
              <c:pt idx="20">
                <c:v>2013-06-12</c:v>
              </c:pt>
              <c:pt idx="21">
                <c:v>2013-06-13</c:v>
              </c:pt>
              <c:pt idx="22">
                <c:v>2013-06-24</c:v>
              </c:pt>
              <c:pt idx="23">
                <c:v>2013-07-05</c:v>
              </c:pt>
              <c:pt idx="24">
                <c:v>2013-07-08</c:v>
              </c:pt>
              <c:pt idx="25">
                <c:v>2013-07-29</c:v>
              </c:pt>
              <c:pt idx="26">
                <c:v>2013-07-30</c:v>
              </c:pt>
              <c:pt idx="27">
                <c:v>2013-08-19</c:v>
              </c:pt>
              <c:pt idx="28">
                <c:v>2013-08-20</c:v>
              </c:pt>
              <c:pt idx="29">
                <c:v>2013-08-21</c:v>
              </c:pt>
              <c:pt idx="30">
                <c:v>2013-08-27</c:v>
              </c:pt>
              <c:pt idx="31">
                <c:v>2013-09-12</c:v>
              </c:pt>
              <c:pt idx="32">
                <c:v>2013-09-13</c:v>
              </c:pt>
              <c:pt idx="33">
                <c:v>2013-10-03</c:v>
              </c:pt>
              <c:pt idx="34">
                <c:v>2013-10-04</c:v>
              </c:pt>
              <c:pt idx="35">
                <c:v>2013-10-07</c:v>
              </c:pt>
              <c:pt idx="36">
                <c:v>2013-10-08</c:v>
              </c:pt>
              <c:pt idx="37">
                <c:v>2013-10-09</c:v>
              </c:pt>
              <c:pt idx="38">
                <c:v>2013-10-28</c:v>
              </c:pt>
              <c:pt idx="39">
                <c:v>2013-10-29</c:v>
              </c:pt>
              <c:pt idx="40">
                <c:v>2013-11-07</c:v>
              </c:pt>
              <c:pt idx="41">
                <c:v>2013-11-19</c:v>
              </c:pt>
              <c:pt idx="42">
                <c:v>2013-11-20</c:v>
              </c:pt>
              <c:pt idx="43">
                <c:v>2013-12-12</c:v>
              </c:pt>
              <c:pt idx="44">
                <c:v>2013-12-13</c:v>
              </c:pt>
              <c:pt idx="45">
                <c:v>2014-01-07</c:v>
              </c:pt>
              <c:pt idx="46">
                <c:v>2014-01-08</c:v>
              </c:pt>
              <c:pt idx="47">
                <c:v>2014-01-29</c:v>
              </c:pt>
              <c:pt idx="48">
                <c:v>2014-01-30</c:v>
              </c:pt>
              <c:pt idx="49">
                <c:v>2014-01-31</c:v>
              </c:pt>
              <c:pt idx="50">
                <c:v>2014-02-03</c:v>
              </c:pt>
              <c:pt idx="51">
                <c:v>2014-02-24</c:v>
              </c:pt>
              <c:pt idx="52">
                <c:v>2014-02-25</c:v>
              </c:pt>
              <c:pt idx="53">
                <c:v>2014-03-14</c:v>
              </c:pt>
              <c:pt idx="54">
                <c:v>2014-03-18</c:v>
              </c:pt>
              <c:pt idx="55">
                <c:v>2014-03-19</c:v>
              </c:pt>
              <c:pt idx="56">
                <c:v>2014-04-07</c:v>
              </c:pt>
              <c:pt idx="57">
                <c:v>2014-04-09</c:v>
              </c:pt>
              <c:pt idx="58">
                <c:v>2014-04-10</c:v>
              </c:pt>
              <c:pt idx="59">
                <c:v>2014-04-11</c:v>
              </c:pt>
              <c:pt idx="60">
                <c:v>2014-05-02</c:v>
              </c:pt>
              <c:pt idx="61">
                <c:v>2014-05-05</c:v>
              </c:pt>
              <c:pt idx="62">
                <c:v>2014-05-06</c:v>
              </c:pt>
              <c:pt idx="63">
                <c:v>2014-05-15</c:v>
              </c:pt>
              <c:pt idx="64">
                <c:v>2014-05-27</c:v>
              </c:pt>
              <c:pt idx="65">
                <c:v>2014-05-28</c:v>
              </c:pt>
              <c:pt idx="66">
                <c:v>2014-06-12</c:v>
              </c:pt>
              <c:pt idx="67">
                <c:v>2014-06-18</c:v>
              </c:pt>
              <c:pt idx="68">
                <c:v>2014-06-19</c:v>
              </c:pt>
              <c:pt idx="69">
                <c:v>2014-07-08</c:v>
              </c:pt>
              <c:pt idx="70">
                <c:v>2014-07-11</c:v>
              </c:pt>
              <c:pt idx="71">
                <c:v>2014-07-14</c:v>
              </c:pt>
              <c:pt idx="72">
                <c:v>2014-08-01</c:v>
              </c:pt>
              <c:pt idx="73">
                <c:v>2014-08-04</c:v>
              </c:pt>
              <c:pt idx="74">
                <c:v>2014-08-05</c:v>
              </c:pt>
              <c:pt idx="75">
                <c:v>2014-08-07</c:v>
              </c:pt>
              <c:pt idx="76">
                <c:v>2014-08-26</c:v>
              </c:pt>
              <c:pt idx="77">
                <c:v>2014-08-27</c:v>
              </c:pt>
              <c:pt idx="78">
                <c:v>2014-09-15</c:v>
              </c:pt>
              <c:pt idx="79">
                <c:v>2014-09-18</c:v>
              </c:pt>
              <c:pt idx="80">
                <c:v>2014-09-19</c:v>
              </c:pt>
              <c:pt idx="81">
                <c:v>2014-10-10</c:v>
              </c:pt>
              <c:pt idx="82">
                <c:v>2014-10-13</c:v>
              </c:pt>
              <c:pt idx="83">
                <c:v>2014-10-16</c:v>
              </c:pt>
              <c:pt idx="84">
                <c:v>2014-11-03</c:v>
              </c:pt>
              <c:pt idx="85">
                <c:v>2014-11-04</c:v>
              </c:pt>
              <c:pt idx="86">
                <c:v>2014-11-19</c:v>
              </c:pt>
              <c:pt idx="87">
                <c:v>2014-11-25</c:v>
              </c:pt>
              <c:pt idx="88">
                <c:v>2014-11-26</c:v>
              </c:pt>
              <c:pt idx="89">
                <c:v>2014-12-16</c:v>
              </c:pt>
              <c:pt idx="90">
                <c:v>2014-12-18</c:v>
              </c:pt>
              <c:pt idx="91">
                <c:v>2014-12-19</c:v>
              </c:pt>
              <c:pt idx="92">
                <c:v>2015-01-06</c:v>
              </c:pt>
              <c:pt idx="93">
                <c:v>2015-01-13</c:v>
              </c:pt>
              <c:pt idx="94">
                <c:v>2015-01-14</c:v>
              </c:pt>
              <c:pt idx="95">
                <c:v>2015-01-15</c:v>
              </c:pt>
              <c:pt idx="96">
                <c:v>2015-02-05</c:v>
              </c:pt>
              <c:pt idx="97">
                <c:v>2015-02-06</c:v>
              </c:pt>
              <c:pt idx="98">
                <c:v>2015-02-09</c:v>
              </c:pt>
              <c:pt idx="99">
                <c:v>2015-02-27</c:v>
              </c:pt>
              <c:pt idx="100">
                <c:v>2015-03-02</c:v>
              </c:pt>
              <c:pt idx="101">
                <c:v>2015-03-03</c:v>
              </c:pt>
              <c:pt idx="102">
                <c:v>2015-03-11</c:v>
              </c:pt>
              <c:pt idx="103">
                <c:v>2015-03-24</c:v>
              </c:pt>
              <c:pt idx="104">
                <c:v>2015-03-25</c:v>
              </c:pt>
              <c:pt idx="105">
                <c:v>2015-03-26</c:v>
              </c:pt>
              <c:pt idx="106">
                <c:v>2015-04-16</c:v>
              </c:pt>
              <c:pt idx="107">
                <c:v>2015-04-17</c:v>
              </c:pt>
              <c:pt idx="108">
                <c:v>2015-05-06</c:v>
              </c:pt>
              <c:pt idx="109">
                <c:v>2015-05-08</c:v>
              </c:pt>
              <c:pt idx="110">
                <c:v>2015-05-11</c:v>
              </c:pt>
              <c:pt idx="111">
                <c:v>2015-05-12</c:v>
              </c:pt>
              <c:pt idx="112">
                <c:v>2015-05-26</c:v>
              </c:pt>
              <c:pt idx="113">
                <c:v>2015-06-02</c:v>
              </c:pt>
              <c:pt idx="114">
                <c:v>2015-06-03</c:v>
              </c:pt>
              <c:pt idx="115">
                <c:v>2015-06-09</c:v>
              </c:pt>
              <c:pt idx="116">
                <c:v>2015-06-24</c:v>
              </c:pt>
              <c:pt idx="117">
                <c:v>2015-06-25</c:v>
              </c:pt>
              <c:pt idx="118">
                <c:v>2015-06-29</c:v>
              </c:pt>
              <c:pt idx="119">
                <c:v>2015-07-08</c:v>
              </c:pt>
              <c:pt idx="120">
                <c:v>2015-07-17</c:v>
              </c:pt>
              <c:pt idx="121">
                <c:v>2015-07-20</c:v>
              </c:pt>
              <c:pt idx="122">
                <c:v>2015-07-27</c:v>
              </c:pt>
              <c:pt idx="123">
                <c:v>2015-08-10</c:v>
              </c:pt>
              <c:pt idx="124">
                <c:v>2015-08-11</c:v>
              </c:pt>
              <c:pt idx="125">
                <c:v>2015-08-25</c:v>
              </c:pt>
              <c:pt idx="126">
                <c:v>2015-09-01</c:v>
              </c:pt>
              <c:pt idx="127">
                <c:v>2015-09-02</c:v>
              </c:pt>
              <c:pt idx="128">
                <c:v>2015-09-04</c:v>
              </c:pt>
              <c:pt idx="129">
                <c:v>2015-09-24</c:v>
              </c:pt>
              <c:pt idx="130">
                <c:v>2015-09-25</c:v>
              </c:pt>
              <c:pt idx="131">
                <c:v>2015-09-28</c:v>
              </c:pt>
              <c:pt idx="132">
                <c:v>2015-09-29</c:v>
              </c:pt>
              <c:pt idx="133">
                <c:v>2015-10-16</c:v>
              </c:pt>
              <c:pt idx="134">
                <c:v>2015-10-19</c:v>
              </c:pt>
              <c:pt idx="135">
                <c:v>2015-10-21</c:v>
              </c:pt>
              <c:pt idx="136">
                <c:v>2015-11-09</c:v>
              </c:pt>
              <c:pt idx="137">
                <c:v>2015-11-10</c:v>
              </c:pt>
              <c:pt idx="138">
                <c:v>2015-11-13</c:v>
              </c:pt>
              <c:pt idx="139">
                <c:v>2015-12-02</c:v>
              </c:pt>
              <c:pt idx="140">
                <c:v>2015-12-03</c:v>
              </c:pt>
              <c:pt idx="141">
                <c:v>2015-12-18</c:v>
              </c:pt>
              <c:pt idx="142">
                <c:v>2015-12-24</c:v>
              </c:pt>
              <c:pt idx="143">
                <c:v>2015-12-28</c:v>
              </c:pt>
              <c:pt idx="144">
                <c:v>2016-01-20</c:v>
              </c:pt>
              <c:pt idx="145">
                <c:v>2016-01-21</c:v>
              </c:pt>
              <c:pt idx="146">
                <c:v>2016-02-11</c:v>
              </c:pt>
              <c:pt idx="147">
                <c:v>2016-02-12</c:v>
              </c:pt>
              <c:pt idx="148">
                <c:v>2016-03-07</c:v>
              </c:pt>
              <c:pt idx="149">
                <c:v>2016-03-08</c:v>
              </c:pt>
              <c:pt idx="150">
                <c:v>2016-03-30</c:v>
              </c:pt>
              <c:pt idx="151">
                <c:v>2016-03-31</c:v>
              </c:pt>
              <c:pt idx="152">
                <c:v>2016-04-07</c:v>
              </c:pt>
              <c:pt idx="153">
                <c:v>2016-04-11</c:v>
              </c:pt>
              <c:pt idx="154">
                <c:v>2016-04-21</c:v>
              </c:pt>
              <c:pt idx="155">
                <c:v>2016-04-22</c:v>
              </c:pt>
              <c:pt idx="156">
                <c:v>2016-05-05</c:v>
              </c:pt>
              <c:pt idx="157">
                <c:v>2016-05-13</c:v>
              </c:pt>
              <c:pt idx="158">
                <c:v>2016-05-16</c:v>
              </c:pt>
              <c:pt idx="159">
                <c:v>2016-05-19</c:v>
              </c:pt>
              <c:pt idx="160">
                <c:v>2016-06-07</c:v>
              </c:pt>
              <c:pt idx="161">
                <c:v>2016-06-08</c:v>
              </c:pt>
              <c:pt idx="162">
                <c:v>2016-06-27</c:v>
              </c:pt>
              <c:pt idx="163">
                <c:v>2016-06-29</c:v>
              </c:pt>
              <c:pt idx="164">
                <c:v>2016-06-30</c:v>
              </c:pt>
              <c:pt idx="165">
                <c:v>2016-07-05</c:v>
              </c:pt>
              <c:pt idx="166">
                <c:v>2016-07-22</c:v>
              </c:pt>
              <c:pt idx="167">
                <c:v>2016-07-25</c:v>
              </c:pt>
              <c:pt idx="168">
                <c:v>2016-08-02</c:v>
              </c:pt>
              <c:pt idx="169">
                <c:v>2016-08-15</c:v>
              </c:pt>
              <c:pt idx="170">
                <c:v>2016-08-16</c:v>
              </c:pt>
              <c:pt idx="171">
                <c:v>2016-08-26</c:v>
              </c:pt>
              <c:pt idx="172">
                <c:v>2016-08-30</c:v>
              </c:pt>
              <c:pt idx="173">
                <c:v>2016-09-07</c:v>
              </c:pt>
              <c:pt idx="174">
                <c:v>2016-09-08</c:v>
              </c:pt>
              <c:pt idx="175">
                <c:v>2016-09-09</c:v>
              </c:pt>
              <c:pt idx="176">
                <c:v>2016-09-14</c:v>
              </c:pt>
              <c:pt idx="177">
                <c:v>2016-09-29</c:v>
              </c:pt>
              <c:pt idx="178">
                <c:v>2016-09-30</c:v>
              </c:pt>
              <c:pt idx="179">
                <c:v>2016-10-11</c:v>
              </c:pt>
              <c:pt idx="180">
                <c:v>2016-10-17</c:v>
              </c:pt>
              <c:pt idx="181">
                <c:v>2016-10-21</c:v>
              </c:pt>
              <c:pt idx="182">
                <c:v>2016-10-24</c:v>
              </c:pt>
              <c:pt idx="183">
                <c:v>2016-11-04</c:v>
              </c:pt>
              <c:pt idx="184">
                <c:v>2016-11-14</c:v>
              </c:pt>
              <c:pt idx="185">
                <c:v>2016-11-15</c:v>
              </c:pt>
              <c:pt idx="186">
                <c:v>2016-12-01</c:v>
              </c:pt>
              <c:pt idx="187">
                <c:v>2016-12-07</c:v>
              </c:pt>
              <c:pt idx="188">
                <c:v>2016-12-08</c:v>
              </c:pt>
              <c:pt idx="189">
                <c:v>2016-12-30</c:v>
              </c:pt>
              <c:pt idx="190">
                <c:v>2017-01-03</c:v>
              </c:pt>
              <c:pt idx="191">
                <c:v>2017-01-19</c:v>
              </c:pt>
              <c:pt idx="192">
                <c:v>2017-01-25</c:v>
              </c:pt>
              <c:pt idx="193">
                <c:v>2017-01-26</c:v>
              </c:pt>
              <c:pt idx="194">
                <c:v>2017-01-30</c:v>
              </c:pt>
              <c:pt idx="195">
                <c:v>2017-01-31</c:v>
              </c:pt>
              <c:pt idx="196">
                <c:v>2017-02-16</c:v>
              </c:pt>
              <c:pt idx="197">
                <c:v>2017-02-17</c:v>
              </c:pt>
              <c:pt idx="198">
                <c:v>2017-03-08</c:v>
              </c:pt>
              <c:pt idx="199">
                <c:v>2017-03-13</c:v>
              </c:pt>
              <c:pt idx="200">
                <c:v>2017-03-14</c:v>
              </c:pt>
              <c:pt idx="201">
                <c:v>2017-03-21</c:v>
              </c:pt>
              <c:pt idx="202">
                <c:v>2017-03-27</c:v>
              </c:pt>
              <c:pt idx="203">
                <c:v>2017-04-04</c:v>
              </c:pt>
              <c:pt idx="204">
                <c:v>2017-04-05</c:v>
              </c:pt>
              <c:pt idx="205">
                <c:v>2017-04-13</c:v>
              </c:pt>
              <c:pt idx="206">
                <c:v>2017-04-27</c:v>
              </c:pt>
              <c:pt idx="207">
                <c:v>2017-04-28</c:v>
              </c:pt>
              <c:pt idx="208">
                <c:v>2017-05-17</c:v>
              </c:pt>
              <c:pt idx="209">
                <c:v>2017-05-19</c:v>
              </c:pt>
              <c:pt idx="210">
                <c:v>2017-05-22</c:v>
              </c:pt>
              <c:pt idx="211">
                <c:v>2017-06-06</c:v>
              </c:pt>
              <c:pt idx="212">
                <c:v>2017-06-12</c:v>
              </c:pt>
              <c:pt idx="213">
                <c:v>2017-06-13</c:v>
              </c:pt>
              <c:pt idx="214">
                <c:v>2017-06-14</c:v>
              </c:pt>
              <c:pt idx="215">
                <c:v>2017-07-06</c:v>
              </c:pt>
              <c:pt idx="216">
                <c:v>2017-07-07</c:v>
              </c:pt>
              <c:pt idx="217">
                <c:v>2017-07-28</c:v>
              </c:pt>
              <c:pt idx="218">
                <c:v>2017-07-31</c:v>
              </c:pt>
              <c:pt idx="219">
                <c:v>2017-08-18</c:v>
              </c:pt>
              <c:pt idx="220">
                <c:v>2017-08-21</c:v>
              </c:pt>
              <c:pt idx="221">
                <c:v>2017-08-22</c:v>
              </c:pt>
              <c:pt idx="222">
                <c:v>2017-08-24</c:v>
              </c:pt>
              <c:pt idx="223">
                <c:v>2017-09-13</c:v>
              </c:pt>
              <c:pt idx="224">
                <c:v>2017-09-14</c:v>
              </c:pt>
              <c:pt idx="225">
                <c:v>2017-09-25</c:v>
              </c:pt>
              <c:pt idx="226">
                <c:v>2017-10-05</c:v>
              </c:pt>
              <c:pt idx="227">
                <c:v>2017-10-06</c:v>
              </c:pt>
              <c:pt idx="228">
                <c:v>2017-10-25</c:v>
              </c:pt>
              <c:pt idx="229">
                <c:v>2017-10-27</c:v>
              </c:pt>
              <c:pt idx="230">
                <c:v>2017-10-30</c:v>
              </c:pt>
              <c:pt idx="231">
                <c:v>2017-11-15</c:v>
              </c:pt>
              <c:pt idx="232">
                <c:v>2017-11-20</c:v>
              </c:pt>
              <c:pt idx="233">
                <c:v>2017-11-21</c:v>
              </c:pt>
              <c:pt idx="234">
                <c:v>2017-12-05</c:v>
              </c:pt>
              <c:pt idx="235">
                <c:v>2017-12-13</c:v>
              </c:pt>
              <c:pt idx="236">
                <c:v>2017-12-14</c:v>
              </c:pt>
              <c:pt idx="237">
                <c:v>2017-12-29</c:v>
              </c:pt>
              <c:pt idx="238">
                <c:v>2018-01-08</c:v>
              </c:pt>
              <c:pt idx="239">
                <c:v>2018-01-09</c:v>
              </c:pt>
              <c:pt idx="240">
                <c:v>2018-01-30</c:v>
              </c:pt>
              <c:pt idx="241">
                <c:v>2018-01-31</c:v>
              </c:pt>
              <c:pt idx="242">
                <c:v>2018-02-01</c:v>
              </c:pt>
              <c:pt idx="243">
                <c:v>2018-02-08</c:v>
              </c:pt>
              <c:pt idx="244">
                <c:v>2018-02-23</c:v>
              </c:pt>
              <c:pt idx="245">
                <c:v>2018-02-26</c:v>
              </c:pt>
              <c:pt idx="246">
                <c:v>2018-03-01</c:v>
              </c:pt>
              <c:pt idx="247">
                <c:v>2018-03-19</c:v>
              </c:pt>
              <c:pt idx="248">
                <c:v>2018-03-20</c:v>
              </c:pt>
              <c:pt idx="249">
                <c:v>2018-04-02</c:v>
              </c:pt>
              <c:pt idx="250">
                <c:v>2018-04-11</c:v>
              </c:pt>
              <c:pt idx="251">
                <c:v>2018-04-12</c:v>
              </c:pt>
              <c:pt idx="252">
                <c:v>2018-04-24</c:v>
              </c:pt>
              <c:pt idx="253">
                <c:v>2018-05-03</c:v>
              </c:pt>
              <c:pt idx="254">
                <c:v>2018-05-04</c:v>
              </c:pt>
              <c:pt idx="255">
                <c:v>2018-05-25</c:v>
              </c:pt>
              <c:pt idx="256">
                <c:v>2018-05-29</c:v>
              </c:pt>
              <c:pt idx="257">
                <c:v>2018-06-19</c:v>
              </c:pt>
              <c:pt idx="258">
                <c:v>2018-06-20</c:v>
              </c:pt>
              <c:pt idx="259">
                <c:v>2018-06-27</c:v>
              </c:pt>
              <c:pt idx="260">
                <c:v>2018-07-12</c:v>
              </c:pt>
              <c:pt idx="261">
                <c:v>2018-07-13</c:v>
              </c:pt>
              <c:pt idx="262">
                <c:v>2018-07-16</c:v>
              </c:pt>
              <c:pt idx="263">
                <c:v>2018-07-30</c:v>
              </c:pt>
              <c:pt idx="264">
                <c:v>2018-08-03</c:v>
              </c:pt>
              <c:pt idx="265">
                <c:v>2018-08-06</c:v>
              </c:pt>
              <c:pt idx="266">
                <c:v>2018-08-15</c:v>
              </c:pt>
              <c:pt idx="267">
                <c:v>2018-08-27</c:v>
              </c:pt>
              <c:pt idx="268">
                <c:v>2018-08-28</c:v>
              </c:pt>
              <c:pt idx="269">
                <c:v>2018-09-07</c:v>
              </c:pt>
              <c:pt idx="270">
                <c:v>2018-09-19</c:v>
              </c:pt>
              <c:pt idx="271">
                <c:v>2018-09-20</c:v>
              </c:pt>
              <c:pt idx="272">
                <c:v>2018-10-11</c:v>
              </c:pt>
              <c:pt idx="273">
                <c:v>2018-10-12</c:v>
              </c:pt>
              <c:pt idx="274">
                <c:v>2018-10-29</c:v>
              </c:pt>
              <c:pt idx="275">
                <c:v>2018-11-02</c:v>
              </c:pt>
              <c:pt idx="276">
                <c:v>2018-11-05</c:v>
              </c:pt>
              <c:pt idx="277">
                <c:v>2018-11-23</c:v>
              </c:pt>
              <c:pt idx="278">
                <c:v>2018-11-27</c:v>
              </c:pt>
              <c:pt idx="279">
                <c:v>2018-11-28</c:v>
              </c:pt>
              <c:pt idx="280">
                <c:v>2018-12-20</c:v>
              </c:pt>
              <c:pt idx="281">
                <c:v>2018-12-21</c:v>
              </c:pt>
              <c:pt idx="282">
                <c:v>2018-12-24</c:v>
              </c:pt>
              <c:pt idx="283">
                <c:v>2019-01-15</c:v>
              </c:pt>
              <c:pt idx="284">
                <c:v>2019-01-16</c:v>
              </c:pt>
              <c:pt idx="285">
                <c:v>2019-02-07</c:v>
              </c:pt>
              <c:pt idx="286">
                <c:v>2019-02-08</c:v>
              </c:pt>
              <c:pt idx="287">
                <c:v>2019-02-11</c:v>
              </c:pt>
              <c:pt idx="288">
                <c:v>2019-03-04</c:v>
              </c:pt>
              <c:pt idx="289">
                <c:v>2019-03-05</c:v>
              </c:pt>
              <c:pt idx="290">
                <c:v>2019-03-08</c:v>
              </c:pt>
              <c:pt idx="291">
                <c:v>2019-03-26</c:v>
              </c:pt>
              <c:pt idx="292">
                <c:v>2019-03-27</c:v>
              </c:pt>
              <c:pt idx="293">
                <c:v>2019-04-17</c:v>
              </c:pt>
              <c:pt idx="294">
                <c:v>2019-04-18</c:v>
              </c:pt>
              <c:pt idx="295">
                <c:v>2019-05-09</c:v>
              </c:pt>
              <c:pt idx="296">
                <c:v>2019-05-10</c:v>
              </c:pt>
              <c:pt idx="297">
                <c:v>2019-05-13</c:v>
              </c:pt>
              <c:pt idx="298">
                <c:v>2019-06-03</c:v>
              </c:pt>
              <c:pt idx="299">
                <c:v>2019-06-04</c:v>
              </c:pt>
              <c:pt idx="300">
                <c:v>2019-06-05</c:v>
              </c:pt>
              <c:pt idx="301">
                <c:v>2019-06-26</c:v>
              </c:pt>
              <c:pt idx="302">
                <c:v>2019-06-27</c:v>
              </c:pt>
              <c:pt idx="303">
                <c:v>2019-07-19</c:v>
              </c:pt>
              <c:pt idx="304">
                <c:v>2019-07-22</c:v>
              </c:pt>
              <c:pt idx="305">
                <c:v>2019-08-05</c:v>
              </c:pt>
              <c:pt idx="306">
                <c:v>2019-08-12</c:v>
              </c:pt>
              <c:pt idx="307">
                <c:v>2019-08-13</c:v>
              </c:pt>
              <c:pt idx="308">
                <c:v>2019-08-14</c:v>
              </c:pt>
              <c:pt idx="309">
                <c:v>2019-09-04</c:v>
              </c:pt>
              <c:pt idx="310">
                <c:v>2019-09-05</c:v>
              </c:pt>
              <c:pt idx="311">
                <c:v>2019-09-24</c:v>
              </c:pt>
              <c:pt idx="312">
                <c:v>2019-09-26</c:v>
              </c:pt>
              <c:pt idx="313">
                <c:v>2019-09-27</c:v>
              </c:pt>
              <c:pt idx="314">
                <c:v>2019-10-02</c:v>
              </c:pt>
              <c:pt idx="315">
                <c:v>2019-10-18</c:v>
              </c:pt>
              <c:pt idx="316">
                <c:v>2019-10-21</c:v>
              </c:pt>
              <c:pt idx="317">
                <c:v>2019-10-22</c:v>
              </c:pt>
              <c:pt idx="318">
                <c:v>2019-11-11</c:v>
              </c:pt>
              <c:pt idx="319">
                <c:v>2019-11-12</c:v>
              </c:pt>
              <c:pt idx="320">
                <c:v>2019-12-03</c:v>
              </c:pt>
              <c:pt idx="321">
                <c:v>2019-12-04</c:v>
              </c:pt>
              <c:pt idx="322">
                <c:v>2019-12-05</c:v>
              </c:pt>
              <c:pt idx="323">
                <c:v>2019-12-27</c:v>
              </c:pt>
              <c:pt idx="324">
                <c:v>2019-12-30</c:v>
              </c:pt>
              <c:pt idx="325">
                <c:v>2020-01-03</c:v>
              </c:pt>
              <c:pt idx="326">
                <c:v>2020-01-22</c:v>
              </c:pt>
              <c:pt idx="327">
                <c:v>2020-01-23</c:v>
              </c:pt>
              <c:pt idx="328">
                <c:v>2020-01-27</c:v>
              </c:pt>
              <c:pt idx="329">
                <c:v>2020-01-31</c:v>
              </c:pt>
              <c:pt idx="330">
                <c:v>2020-02-13</c:v>
              </c:pt>
              <c:pt idx="331">
                <c:v>2020-02-14</c:v>
              </c:pt>
              <c:pt idx="332">
                <c:v>2020-03-09</c:v>
              </c:pt>
              <c:pt idx="333">
                <c:v>2020-03-10</c:v>
              </c:pt>
              <c:pt idx="334">
                <c:v>2020-03-23</c:v>
              </c:pt>
              <c:pt idx="335">
                <c:v>2020-03-31</c:v>
              </c:pt>
              <c:pt idx="336">
                <c:v>2020-04-01</c:v>
              </c:pt>
              <c:pt idx="337">
                <c:v>2020-04-23</c:v>
              </c:pt>
              <c:pt idx="338">
                <c:v>2020-04-24</c:v>
              </c:pt>
              <c:pt idx="339">
                <c:v>2020-05-01</c:v>
              </c:pt>
              <c:pt idx="340">
                <c:v>2020-05-13</c:v>
              </c:pt>
              <c:pt idx="341">
                <c:v>2020-05-15</c:v>
              </c:pt>
              <c:pt idx="342">
                <c:v>2020-05-18</c:v>
              </c:pt>
              <c:pt idx="343">
                <c:v>2020-05-19</c:v>
              </c:pt>
              <c:pt idx="344">
                <c:v>2020-06-09</c:v>
              </c:pt>
              <c:pt idx="345">
                <c:v>2020-06-10</c:v>
              </c:pt>
              <c:pt idx="346">
                <c:v>2020-06-11</c:v>
              </c:pt>
              <c:pt idx="347">
                <c:v>2020-07-01</c:v>
              </c:pt>
              <c:pt idx="348">
                <c:v>2020-07-02</c:v>
              </c:pt>
              <c:pt idx="349">
                <c:v>2020-07-24</c:v>
              </c:pt>
              <c:pt idx="350">
                <c:v>2020-07-27</c:v>
              </c:pt>
              <c:pt idx="351">
                <c:v>2020-07-28</c:v>
              </c:pt>
              <c:pt idx="352">
                <c:v>2020-08-11</c:v>
              </c:pt>
              <c:pt idx="353">
                <c:v>2020-08-17</c:v>
              </c:pt>
              <c:pt idx="354">
                <c:v>2020-08-18</c:v>
              </c:pt>
              <c:pt idx="355">
                <c:v>2020-09-08</c:v>
              </c:pt>
              <c:pt idx="356">
                <c:v>2020-09-09</c:v>
              </c:pt>
              <c:pt idx="357">
                <c:v>2020-09-10</c:v>
              </c:pt>
              <c:pt idx="358">
                <c:v>2020-09-23</c:v>
              </c:pt>
              <c:pt idx="359">
                <c:v>2020-10-01</c:v>
              </c:pt>
              <c:pt idx="360">
                <c:v>2020-10-02</c:v>
              </c:pt>
              <c:pt idx="361">
                <c:v>2020-10-23</c:v>
              </c:pt>
              <c:pt idx="362">
                <c:v>2020-10-26</c:v>
              </c:pt>
              <c:pt idx="363">
                <c:v>2020-10-30</c:v>
              </c:pt>
              <c:pt idx="364">
                <c:v>2020-11-16</c:v>
              </c:pt>
              <c:pt idx="365">
                <c:v>2020-11-17</c:v>
              </c:pt>
              <c:pt idx="366">
                <c:v>2020-11-20</c:v>
              </c:pt>
              <c:pt idx="367">
                <c:v>2020-11-23</c:v>
              </c:pt>
              <c:pt idx="368">
                <c:v>2020-12-09</c:v>
              </c:pt>
              <c:pt idx="369">
                <c:v>2020-12-10</c:v>
              </c:pt>
              <c:pt idx="370">
                <c:v>2020-12-11</c:v>
              </c:pt>
              <c:pt idx="371">
                <c:v>2020-12-14</c:v>
              </c:pt>
              <c:pt idx="372">
                <c:v>2021-01-04</c:v>
              </c:pt>
              <c:pt idx="373">
                <c:v>2021-01-05</c:v>
              </c:pt>
              <c:pt idx="374">
                <c:v>2021-01-27</c:v>
              </c:pt>
              <c:pt idx="375">
                <c:v>2021-01-28</c:v>
              </c:pt>
              <c:pt idx="376">
                <c:v>2021-01-29</c:v>
              </c:pt>
              <c:pt idx="377">
                <c:v>2021-02-19</c:v>
              </c:pt>
              <c:pt idx="378">
                <c:v>2021-02-22</c:v>
              </c:pt>
              <c:pt idx="379">
                <c:v>2021-03-04</c:v>
              </c:pt>
              <c:pt idx="380">
                <c:v>2021-03-08</c:v>
              </c:pt>
              <c:pt idx="381">
                <c:v>2021-03-15</c:v>
              </c:pt>
              <c:pt idx="382">
                <c:v>2021-03-16</c:v>
              </c:pt>
              <c:pt idx="383">
                <c:v>2021-03-24</c:v>
              </c:pt>
              <c:pt idx="384">
                <c:v>2021-04-07</c:v>
              </c:pt>
              <c:pt idx="385">
                <c:v>2021-04-08</c:v>
              </c:pt>
              <c:pt idx="386">
                <c:v>2021-04-20</c:v>
              </c:pt>
              <c:pt idx="387">
                <c:v>2021-04-22</c:v>
              </c:pt>
              <c:pt idx="388">
                <c:v>2021-04-29</c:v>
              </c:pt>
              <c:pt idx="389">
                <c:v>2021-04-30</c:v>
              </c:pt>
              <c:pt idx="390">
                <c:v>2021-05-12</c:v>
              </c:pt>
              <c:pt idx="391">
                <c:v>2021-05-21</c:v>
              </c:pt>
              <c:pt idx="392">
                <c:v>2021-05-24</c:v>
              </c:pt>
              <c:pt idx="393">
                <c:v>2021-05-25</c:v>
              </c:pt>
              <c:pt idx="394">
                <c:v>2021-06-03</c:v>
              </c:pt>
              <c:pt idx="395">
                <c:v>2021-06-15</c:v>
              </c:pt>
              <c:pt idx="396">
                <c:v>2021-06-16</c:v>
              </c:pt>
              <c:pt idx="397">
                <c:v>2021-06-18</c:v>
              </c:pt>
              <c:pt idx="398">
                <c:v>2021-07-08</c:v>
              </c:pt>
              <c:pt idx="399">
                <c:v>2021-07-09</c:v>
              </c:pt>
              <c:pt idx="400">
                <c:v>2021-07-19</c:v>
              </c:pt>
              <c:pt idx="401">
                <c:v>2021-07-30</c:v>
              </c:pt>
              <c:pt idx="402">
                <c:v>2021-08-02</c:v>
              </c:pt>
              <c:pt idx="403">
                <c:v>2021-08-18</c:v>
              </c:pt>
              <c:pt idx="404">
                <c:v>2021-08-19</c:v>
              </c:pt>
              <c:pt idx="405">
                <c:v>2021-08-23</c:v>
              </c:pt>
              <c:pt idx="406">
                <c:v>2021-08-24</c:v>
              </c:pt>
              <c:pt idx="407">
                <c:v>2021-09-14</c:v>
              </c:pt>
              <c:pt idx="408">
                <c:v>2021-09-15</c:v>
              </c:pt>
              <c:pt idx="409">
                <c:v>2021-09-16</c:v>
              </c:pt>
              <c:pt idx="410">
                <c:v>2021-09-21</c:v>
              </c:pt>
              <c:pt idx="411">
                <c:v>2021-10-04</c:v>
              </c:pt>
              <c:pt idx="412">
                <c:v>2021-10-07</c:v>
              </c:pt>
              <c:pt idx="413">
                <c:v>2021-10-08</c:v>
              </c:pt>
              <c:pt idx="414">
                <c:v>2021-10-12</c:v>
              </c:pt>
              <c:pt idx="415">
                <c:v>2021-10-29</c:v>
              </c:pt>
              <c:pt idx="416">
                <c:v>2021-11-01</c:v>
              </c:pt>
              <c:pt idx="417">
                <c:v>2021-11-10</c:v>
              </c:pt>
              <c:pt idx="418">
                <c:v>2021-11-22</c:v>
              </c:pt>
              <c:pt idx="419">
                <c:v>2021-11-23</c:v>
              </c:pt>
              <c:pt idx="420">
                <c:v>2021-12-01</c:v>
              </c:pt>
              <c:pt idx="421">
                <c:v>2021-12-15</c:v>
              </c:pt>
              <c:pt idx="422">
                <c:v>2021-12-16</c:v>
              </c:pt>
              <c:pt idx="423">
                <c:v>2021-12-20</c:v>
              </c:pt>
              <c:pt idx="424">
                <c:v>2022-01-07</c:v>
              </c:pt>
              <c:pt idx="425">
                <c:v>2022-01-10</c:v>
              </c:pt>
              <c:pt idx="426">
                <c:v>2022-01-27</c:v>
              </c:pt>
              <c:pt idx="427">
                <c:v>2022-02-01</c:v>
              </c:pt>
              <c:pt idx="428">
                <c:v>2022-02-02</c:v>
              </c:pt>
              <c:pt idx="429">
                <c:v>2022-02-23</c:v>
              </c:pt>
              <c:pt idx="430">
                <c:v>2022-02-24</c:v>
              </c:pt>
              <c:pt idx="431">
                <c:v>2022-02-25</c:v>
              </c:pt>
              <c:pt idx="432">
                <c:v>2022-03-08</c:v>
              </c:pt>
              <c:pt idx="433">
                <c:v>2022-03-14</c:v>
              </c:pt>
              <c:pt idx="434">
                <c:v>2022-03-18</c:v>
              </c:pt>
              <c:pt idx="435">
                <c:v>2022-03-21</c:v>
              </c:pt>
              <c:pt idx="436">
                <c:v>2022-04-11</c:v>
              </c:pt>
              <c:pt idx="437">
                <c:v>2022-04-12</c:v>
              </c:pt>
              <c:pt idx="438">
                <c:v>2022-04-29</c:v>
              </c:pt>
              <c:pt idx="439">
                <c:v>2022-05-04</c:v>
              </c:pt>
              <c:pt idx="440">
                <c:v>2022-05-05</c:v>
              </c:pt>
              <c:pt idx="441">
                <c:v>2022-05-19</c:v>
              </c:pt>
              <c:pt idx="442">
                <c:v>2022-05-20</c:v>
              </c:pt>
              <c:pt idx="443">
                <c:v>2022-05-26</c:v>
              </c:pt>
              <c:pt idx="444">
                <c:v>2022-05-27</c:v>
              </c:pt>
              <c:pt idx="445">
                <c:v>2022-06-16</c:v>
              </c:pt>
              <c:pt idx="446">
                <c:v>2022-06-21</c:v>
              </c:pt>
              <c:pt idx="447">
                <c:v>2022-06-22</c:v>
              </c:pt>
              <c:pt idx="448">
                <c:v>2022-07-14</c:v>
              </c:pt>
              <c:pt idx="449">
                <c:v>2022-07-15</c:v>
              </c:pt>
              <c:pt idx="450">
                <c:v>2022-07-18</c:v>
              </c:pt>
              <c:pt idx="451">
                <c:v>2022-08-05</c:v>
              </c:pt>
              <c:pt idx="452">
                <c:v>2022-08-08</c:v>
              </c:pt>
              <c:pt idx="453">
                <c:v>2022-08-09</c:v>
              </c:pt>
              <c:pt idx="454">
                <c:v>2022-08-29</c:v>
              </c:pt>
              <c:pt idx="455">
                <c:v>2022-08-30</c:v>
              </c:pt>
              <c:pt idx="456">
                <c:v>2022-09-21</c:v>
              </c:pt>
              <c:pt idx="457">
                <c:v>2022-09-22</c:v>
              </c:pt>
              <c:pt idx="458">
                <c:v>2022-09-30</c:v>
              </c:pt>
              <c:pt idx="459">
                <c:v>2022-10-12</c:v>
              </c:pt>
              <c:pt idx="460">
                <c:v>2022-10-13</c:v>
              </c:pt>
              <c:pt idx="461">
                <c:v>2022-10-14</c:v>
              </c:pt>
              <c:pt idx="462">
                <c:v>2022-11-04</c:v>
              </c:pt>
              <c:pt idx="463">
                <c:v>2022-11-07</c:v>
              </c:pt>
              <c:pt idx="464">
                <c:v>2022-11-09</c:v>
              </c:pt>
              <c:pt idx="465">
                <c:v>2022-11-29</c:v>
              </c:pt>
              <c:pt idx="466">
                <c:v>2022-11-30</c:v>
              </c:pt>
              <c:pt idx="467">
                <c:v>2022-12-19</c:v>
              </c:pt>
              <c:pt idx="468">
                <c:v>2022-12-21</c:v>
              </c:pt>
              <c:pt idx="469">
                <c:v>2022-12-22</c:v>
              </c:pt>
              <c:pt idx="470">
                <c:v>2022-12-28</c:v>
              </c:pt>
              <c:pt idx="471">
                <c:v>2023-01-05</c:v>
              </c:pt>
              <c:pt idx="472">
                <c:v>2023-01-17</c:v>
              </c:pt>
              <c:pt idx="473">
                <c:v>2023-01-18</c:v>
              </c:pt>
              <c:pt idx="474">
                <c:v>2023-01-19</c:v>
              </c:pt>
              <c:pt idx="475">
                <c:v>2023-02-08</c:v>
              </c:pt>
              <c:pt idx="476">
                <c:v>2023-02-09</c:v>
              </c:pt>
              <c:pt idx="477">
                <c:v>2023-03-01</c:v>
              </c:pt>
              <c:pt idx="478">
                <c:v>2023-03-03</c:v>
              </c:pt>
              <c:pt idx="479">
                <c:v>2023-03-06</c:v>
              </c:pt>
              <c:pt idx="480">
                <c:v>2023-03-10</c:v>
              </c:pt>
              <c:pt idx="481">
                <c:v>2023-03-13</c:v>
              </c:pt>
              <c:pt idx="482">
                <c:v>2023-03-27</c:v>
              </c:pt>
              <c:pt idx="483">
                <c:v>2023-03-28</c:v>
              </c:pt>
              <c:pt idx="484">
                <c:v>2023-04-19</c:v>
              </c:pt>
              <c:pt idx="485">
                <c:v>2023-04-20</c:v>
              </c:pt>
              <c:pt idx="486">
                <c:v>2023-04-26</c:v>
              </c:pt>
              <c:pt idx="487">
                <c:v>2023-05-04</c:v>
              </c:pt>
              <c:pt idx="488">
                <c:v>2023-05-11</c:v>
              </c:pt>
              <c:pt idx="489">
                <c:v>2023-05-12</c:v>
              </c:pt>
              <c:pt idx="490">
                <c:v>2023-05-16</c:v>
              </c:pt>
              <c:pt idx="491">
                <c:v>2023-06-05</c:v>
              </c:pt>
              <c:pt idx="492">
                <c:v>2023-06-06</c:v>
              </c:pt>
              <c:pt idx="493">
                <c:v>2023-06-07</c:v>
              </c:pt>
              <c:pt idx="494">
                <c:v>2023-06-26</c:v>
              </c:pt>
              <c:pt idx="495">
                <c:v>2023-06-28</c:v>
              </c:pt>
              <c:pt idx="496">
                <c:v>2023-06-29</c:v>
              </c:pt>
              <c:pt idx="497">
                <c:v>2023-07-06</c:v>
              </c:pt>
              <c:pt idx="498">
                <c:v>2023-07-21</c:v>
              </c:pt>
              <c:pt idx="499">
                <c:v>2023-07-24</c:v>
              </c:pt>
              <c:pt idx="500">
                <c:v>2023-08-09</c:v>
              </c:pt>
              <c:pt idx="501">
                <c:v>2023-08-11</c:v>
              </c:pt>
              <c:pt idx="502">
                <c:v>2023-08-14</c:v>
              </c:pt>
              <c:pt idx="503">
                <c:v>2023-08-15</c:v>
              </c:pt>
              <c:pt idx="504">
                <c:v>2023-08-17</c:v>
              </c:pt>
              <c:pt idx="505">
                <c:v>2023-08-24</c:v>
              </c:pt>
              <c:pt idx="506">
                <c:v>2023-09-06</c:v>
              </c:pt>
              <c:pt idx="507">
                <c:v>2023-09-07</c:v>
              </c:pt>
              <c:pt idx="508">
                <c:v>2023-09-26</c:v>
              </c:pt>
              <c:pt idx="509">
                <c:v>2023-09-28</c:v>
              </c:pt>
              <c:pt idx="510">
                <c:v>2023-09-29</c:v>
              </c:pt>
              <c:pt idx="511">
                <c:v>2023-10-20</c:v>
              </c:pt>
              <c:pt idx="512">
                <c:v>2023-10-23</c:v>
              </c:pt>
              <c:pt idx="513">
                <c:v>2023-10-26</c:v>
              </c:pt>
              <c:pt idx="514">
                <c:v>2023-10-27</c:v>
              </c:pt>
              <c:pt idx="515">
                <c:v>2023-11-13</c:v>
              </c:pt>
              <c:pt idx="516">
                <c:v>2023-11-14</c:v>
              </c:pt>
              <c:pt idx="517">
                <c:v>2023-12-06</c:v>
              </c:pt>
              <c:pt idx="518">
                <c:v>2023-12-07</c:v>
              </c:pt>
              <c:pt idx="519">
                <c:v>2023-12-20</c:v>
              </c:pt>
              <c:pt idx="520">
                <c:v>2023-12-29</c:v>
              </c:pt>
              <c:pt idx="521">
                <c:v>2024-01-02</c:v>
              </c:pt>
              <c:pt idx="522">
                <c:v>2024-01-04</c:v>
              </c:pt>
              <c:pt idx="523">
                <c:v>2024-01-24</c:v>
              </c:pt>
              <c:pt idx="524">
                <c:v>2024-01-25</c:v>
              </c:pt>
              <c:pt idx="525">
                <c:v>2024-01-31</c:v>
              </c:pt>
              <c:pt idx="526">
                <c:v>2024-02-15</c:v>
              </c:pt>
              <c:pt idx="527">
                <c:v>2024-02-16</c:v>
              </c:pt>
              <c:pt idx="528">
                <c:v>2024-03-05</c:v>
              </c:pt>
              <c:pt idx="529">
                <c:v>2024-03-11</c:v>
              </c:pt>
              <c:pt idx="530">
                <c:v>2024-03-12</c:v>
              </c:pt>
              <c:pt idx="531">
                <c:v>2024-03-15</c:v>
              </c:pt>
              <c:pt idx="532">
                <c:v>2024-04-03</c:v>
              </c:pt>
              <c:pt idx="533">
                <c:v>2024-04-04</c:v>
              </c:pt>
              <c:pt idx="534">
                <c:v>2024-04-19</c:v>
              </c:pt>
              <c:pt idx="535">
                <c:v>2024-04-25</c:v>
              </c:pt>
              <c:pt idx="536">
                <c:v>2024-04-26</c:v>
              </c:pt>
              <c:pt idx="537">
                <c:v>2024-05-01</c:v>
              </c:pt>
              <c:pt idx="538">
                <c:v>2024-05-17</c:v>
              </c:pt>
              <c:pt idx="539">
                <c:v>2024-05-20</c:v>
              </c:pt>
              <c:pt idx="540">
                <c:v>2024-05-30</c:v>
              </c:pt>
              <c:pt idx="541">
                <c:v>2024-06-11</c:v>
              </c:pt>
              <c:pt idx="542">
                <c:v>2024-06-12</c:v>
              </c:pt>
              <c:pt idx="543">
                <c:v>2024-06-24</c:v>
              </c:pt>
              <c:pt idx="544">
                <c:v>2024-07-05</c:v>
              </c:pt>
              <c:pt idx="545">
                <c:v>2024-07-08</c:v>
              </c:pt>
              <c:pt idx="546">
                <c:v>2024-07-25</c:v>
              </c:pt>
              <c:pt idx="547">
                <c:v>2024-07-29</c:v>
              </c:pt>
              <c:pt idx="548">
                <c:v>2024-07-30</c:v>
              </c:pt>
              <c:pt idx="549">
                <c:v>2024-08-05</c:v>
              </c:pt>
              <c:pt idx="550">
                <c:v>2024-08-20</c:v>
              </c:pt>
              <c:pt idx="551">
                <c:v>2024-08-21</c:v>
              </c:pt>
              <c:pt idx="552">
                <c:v>2024-09-06</c:v>
              </c:pt>
              <c:pt idx="553">
                <c:v>2024-09-12</c:v>
              </c:pt>
              <c:pt idx="554">
                <c:v>2024-09-13</c:v>
              </c:pt>
              <c:pt idx="555">
                <c:v>2024-10-01</c:v>
              </c:pt>
              <c:pt idx="556">
                <c:v>2024-10-03</c:v>
              </c:pt>
              <c:pt idx="557">
                <c:v>2024-10-04</c:v>
              </c:pt>
              <c:pt idx="558">
                <c:v>2024-10-07</c:v>
              </c:pt>
              <c:pt idx="559">
                <c:v>2024-10-23</c:v>
              </c:pt>
              <c:pt idx="560">
                <c:v>2024-10-28</c:v>
              </c:pt>
              <c:pt idx="561">
                <c:v>2024-10-29</c:v>
              </c:pt>
              <c:pt idx="562">
                <c:v>2024-10-31</c:v>
              </c:pt>
              <c:pt idx="563">
                <c:v>2024-11-19</c:v>
              </c:pt>
              <c:pt idx="564">
                <c:v>2024-11-20</c:v>
              </c:pt>
              <c:pt idx="565">
                <c:v>2024-12-12</c:v>
              </c:pt>
              <c:pt idx="566">
                <c:v>2024-12-13</c:v>
              </c:pt>
              <c:pt idx="567">
                <c:v>2024-12-19</c:v>
              </c:pt>
              <c:pt idx="568">
                <c:v>2025-01-07</c:v>
              </c:pt>
              <c:pt idx="569">
                <c:v>2025-01-08</c:v>
              </c:pt>
              <c:pt idx="570">
                <c:v>2025-01-10</c:v>
              </c:pt>
              <c:pt idx="571">
                <c:v>2025-01-13</c:v>
              </c:pt>
              <c:pt idx="572">
                <c:v>2025-01-31</c:v>
              </c:pt>
              <c:pt idx="573">
                <c:v>2025-02-03</c:v>
              </c:pt>
              <c:pt idx="574">
                <c:v>2025-02-25</c:v>
              </c:pt>
              <c:pt idx="575">
                <c:v>2025-02-26</c:v>
              </c:pt>
              <c:pt idx="576">
                <c:v>2025-03-13</c:v>
              </c:pt>
              <c:pt idx="577">
                <c:v>2025-03-19</c:v>
              </c:pt>
              <c:pt idx="578">
                <c:v>2025-03-20</c:v>
              </c:pt>
              <c:pt idx="579">
                <c:v>2025-04-08</c:v>
              </c:pt>
              <c:pt idx="580">
                <c:v>2025-04-10</c:v>
              </c:pt>
              <c:pt idx="581">
                <c:v>2025-04-11</c:v>
              </c:pt>
              <c:pt idx="582">
                <c:v>2025-04-21</c:v>
              </c:pt>
              <c:pt idx="583">
                <c:v>2025-05-05</c:v>
              </c:pt>
              <c:pt idx="584">
                <c:v>2025-05-06</c:v>
              </c:pt>
              <c:pt idx="585">
                <c:v>2025-05-28</c:v>
              </c:pt>
              <c:pt idx="586">
                <c:v>2025-05-29</c:v>
              </c:pt>
              <c:pt idx="587">
                <c:v>2025-05-30</c:v>
              </c:pt>
              <c:pt idx="588">
                <c:v>2025-06-13</c:v>
              </c:pt>
              <c:pt idx="589">
                <c:v>2025-06-20</c:v>
              </c:pt>
              <c:pt idx="590">
                <c:v>2025-06-23</c:v>
              </c:pt>
              <c:pt idx="591">
                <c:v>2025-07-08</c:v>
              </c:pt>
              <c:pt idx="592">
                <c:v>2025-07-15</c:v>
              </c:pt>
              <c:pt idx="593">
                <c:v>2025-07-16</c:v>
              </c:pt>
              <c:pt idx="594">
                <c:v>2025-08-01</c:v>
              </c:pt>
              <c:pt idx="595">
                <c:v>2025-08-06</c:v>
              </c:pt>
              <c:pt idx="596">
                <c:v>2025-08-07</c:v>
              </c:pt>
              <c:pt idx="597">
                <c:v>2025-08-21</c:v>
              </c:pt>
              <c:pt idx="598">
                <c:v>2025-08-28</c:v>
              </c:pt>
              <c:pt idx="599">
                <c:v>2025-08-29</c:v>
              </c:pt>
              <c:pt idx="600">
                <c:v>2025-09-02</c:v>
              </c:pt>
              <c:pt idx="601">
                <c:v>2025-09-22</c:v>
              </c:pt>
              <c:pt idx="602">
                <c:v>2025-09-23</c:v>
              </c:pt>
              <c:pt idx="603">
                <c:v>2025-10-10</c:v>
              </c:pt>
              <c:pt idx="604">
                <c:v>2025-10-14</c:v>
              </c:pt>
              <c:pt idx="605">
                <c:v>2025-10-15</c:v>
              </c:pt>
              <c:pt idx="606">
                <c:v>2025-10-16</c:v>
              </c:pt>
              <c:pt idx="607">
                <c:v>2025-11-04</c:v>
              </c:pt>
              <c:pt idx="608">
                <c:v>2025-11-05</c:v>
              </c:pt>
              <c:pt idx="609">
                <c:v>2025-11-06</c:v>
              </c:pt>
              <c:pt idx="610">
                <c:v>2025-11-20</c:v>
              </c:pt>
              <c:pt idx="611">
                <c:v>2025-11-28</c:v>
              </c:pt>
              <c:pt idx="612">
                <c:v>2025-12-01</c:v>
              </c:pt>
              <c:pt idx="613">
                <c:v>2025-12-17</c:v>
              </c:pt>
              <c:pt idx="614">
                <c:v>2025-12-22</c:v>
              </c:pt>
              <c:pt idx="615">
                <c:v>2025-12-23</c:v>
              </c:pt>
              <c:pt idx="616">
                <c:v>2025-12-31</c:v>
              </c:pt>
              <c:pt idx="617">
                <c:v>2026-01-15</c:v>
              </c:pt>
              <c:pt idx="618">
                <c:v>2026-01-16</c:v>
              </c:pt>
              <c:pt idx="619">
                <c:v>2026-02-05</c:v>
              </c:pt>
              <c:pt idx="620">
                <c:v>2026-02-09</c:v>
              </c:pt>
              <c:pt idx="621">
                <c:v>2026-02-10</c:v>
              </c:pt>
              <c:pt idx="622">
                <c:v>2026-03-03</c:v>
              </c:pt>
              <c:pt idx="623">
                <c:v>2026-03-04</c:v>
              </c:pt>
              <c:pt idx="624">
                <c:v>2026-03-05</c:v>
              </c:pt>
              <c:pt idx="625">
                <c:v>2026-03-26</c:v>
              </c:pt>
              <c:pt idx="626">
                <c:v>2026-03-27</c:v>
              </c:pt>
              <c:pt idx="627">
                <c:v>2026-03-30</c:v>
              </c:pt>
              <c:pt idx="628">
                <c:v>2026-04-20</c:v>
              </c:pt>
              <c:pt idx="629">
                <c:v>2026-04-21</c:v>
              </c:pt>
              <c:pt idx="630">
                <c:v>2026-04-28</c:v>
              </c:pt>
              <c:pt idx="631">
                <c:v>2026-05-12</c:v>
              </c:pt>
              <c:pt idx="632">
                <c:v>2026-05-13</c:v>
              </c:pt>
              <c:pt idx="633">
                <c:v>2026-05-19</c:v>
              </c:pt>
              <c:pt idx="634">
                <c:v>2026-06-04</c:v>
              </c:pt>
              <c:pt idx="635">
                <c:v>2026-06-05</c:v>
              </c:pt>
              <c:pt idx="636">
                <c:v>2026-06-10</c:v>
              </c:pt>
              <c:pt idx="637">
                <c:v>2026-06-29</c:v>
              </c:pt>
              <c:pt idx="638">
                <c:v>2026-06-30</c:v>
              </c:pt>
              <c:pt idx="639">
                <c:v>2026-07-20</c:v>
              </c:pt>
              <c:pt idx="640">
                <c:v>2026-07-22</c:v>
              </c:pt>
              <c:pt idx="641">
                <c:v>2026-07-23</c:v>
              </c:pt>
              <c:pt idx="642">
                <c:v>2026-07-29</c:v>
              </c:pt>
              <c:pt idx="643">
                <c:v>2026-08-13</c:v>
              </c:pt>
              <c:pt idx="644">
                <c:v>2026-08-14</c:v>
              </c:pt>
              <c:pt idx="645">
                <c:v>2026-08-20</c:v>
              </c:pt>
              <c:pt idx="646">
                <c:v>2026-08-27</c:v>
              </c:pt>
            </c:strLit>
          </c:cat>
          <c:val>
            <c:numLit>
              <c:formatCode>0%</c:formatCode>
              <c:ptCount val="647"/>
              <c:pt idx="0">
                <c:v>0</c:v>
              </c:pt>
              <c:pt idx="1">
                <c:v>-0.00560218</c:v>
              </c:pt>
              <c:pt idx="2">
                <c:v>0</c:v>
              </c:pt>
              <c:pt idx="3">
                <c:v>0</c:v>
              </c:pt>
              <c:pt idx="4">
                <c:v>-0.01124033</c:v>
              </c:pt>
              <c:pt idx="5">
                <c:v>-0.00118194</c:v>
              </c:pt>
              <c:pt idx="6">
                <c:v>0</c:v>
              </c:pt>
              <c:pt idx="7">
                <c:v>-0.02773224</c:v>
              </c:pt>
              <c:pt idx="8">
                <c:v>-0.00224269</c:v>
              </c:pt>
              <c:pt idx="9">
                <c:v>-0.00083319</c:v>
              </c:pt>
              <c:pt idx="10">
                <c:v>-0.01074098</c:v>
              </c:pt>
              <c:pt idx="11">
                <c:v>-0.00612184</c:v>
              </c:pt>
              <c:pt idx="12">
                <c:v>-0.01058567</c:v>
              </c:pt>
              <c:pt idx="13">
                <c:v>-0.03172365</c:v>
              </c:pt>
              <c:pt idx="14">
                <c:v>-0.00596768</c:v>
              </c:pt>
              <c:pt idx="15">
                <c:v>0</c:v>
              </c:pt>
              <c:pt idx="16">
                <c:v>-0.00876733</c:v>
              </c:pt>
              <c:pt idx="17">
                <c:v>-6.027E-05</c:v>
              </c:pt>
              <c:pt idx="18">
                <c:v>0</c:v>
              </c:pt>
              <c:pt idx="19">
                <c:v>-0.03529319</c:v>
              </c:pt>
              <c:pt idx="20">
                <c:v>-0.03242241</c:v>
              </c:pt>
              <c:pt idx="21">
                <c:v>-0.01770621</c:v>
              </c:pt>
              <c:pt idx="22">
                <c:v>-0.05550585</c:v>
              </c:pt>
              <c:pt idx="23">
                <c:v>-0.01966557</c:v>
              </c:pt>
              <c:pt idx="24">
                <c:v>-0.01407242</c:v>
              </c:pt>
              <c:pt idx="25">
                <c:v>-0.00536846</c:v>
              </c:pt>
              <c:pt idx="26">
                <c:v>-0.00536846</c:v>
              </c:pt>
              <c:pt idx="27">
                <c:v>-0.03615105</c:v>
              </c:pt>
              <c:pt idx="28">
                <c:v>-0.03141283</c:v>
              </c:pt>
              <c:pt idx="29">
                <c:v>-0.03737935</c:v>
              </c:pt>
              <c:pt idx="30">
                <c:v>-0.04457449</c:v>
              </c:pt>
              <c:pt idx="31">
                <c:v>-0.01169928</c:v>
              </c:pt>
              <c:pt idx="32">
                <c:v>-0.00947677</c:v>
              </c:pt>
              <c:pt idx="33">
                <c:v>-0.02665693</c:v>
              </c:pt>
              <c:pt idx="34">
                <c:v>-0.01928223</c:v>
              </c:pt>
              <c:pt idx="35">
                <c:v>-0.02775992</c:v>
              </c:pt>
              <c:pt idx="36">
                <c:v>-0.03908346</c:v>
              </c:pt>
              <c:pt idx="37">
                <c:v>-0.03838643</c:v>
              </c:pt>
              <c:pt idx="38">
                <c:v>0</c:v>
              </c:pt>
              <c:pt idx="39">
                <c:v>0</c:v>
              </c:pt>
              <c:pt idx="40">
                <c:v>-0.01264312</c:v>
              </c:pt>
              <c:pt idx="41">
                <c:v>-0.00566514</c:v>
              </c:pt>
              <c:pt idx="42">
                <c:v>-0.00877546</c:v>
              </c:pt>
              <c:pt idx="43">
                <c:v>-0.01802629</c:v>
              </c:pt>
              <c:pt idx="44">
                <c:v>-0.01813704</c:v>
              </c:pt>
              <c:pt idx="45">
                <c:v>-0.0065517</c:v>
              </c:pt>
              <c:pt idx="46">
                <c:v>-0.0063349</c:v>
              </c:pt>
              <c:pt idx="47">
                <c:v>-0.03974225</c:v>
              </c:pt>
              <c:pt idx="48">
                <c:v>-0.02956299</c:v>
              </c:pt>
              <c:pt idx="49">
                <c:v>-0.03524861</c:v>
              </c:pt>
              <c:pt idx="50">
                <c:v>-0.05696044</c:v>
              </c:pt>
              <c:pt idx="51">
                <c:v>0</c:v>
              </c:pt>
              <c:pt idx="52">
                <c:v>-0.00037879</c:v>
              </c:pt>
              <c:pt idx="53">
                <c:v>-0.01912289</c:v>
              </c:pt>
              <c:pt idx="54">
                <c:v>-0.00318762</c:v>
              </c:pt>
              <c:pt idx="55">
                <c:v>-0.00849911</c:v>
              </c:pt>
              <c:pt idx="56">
                <c:v>-0.02403641</c:v>
              </c:pt>
              <c:pt idx="57">
                <c:v>-0.00947717</c:v>
              </c:pt>
              <c:pt idx="58">
                <c:v>-0.03028378</c:v>
              </c:pt>
              <c:pt idx="59">
                <c:v>-0.03901936</c:v>
              </c:pt>
              <c:pt idx="60">
                <c:v>-0.00434139</c:v>
              </c:pt>
              <c:pt idx="61">
                <c:v>-0.00243521</c:v>
              </c:pt>
              <c:pt idx="62">
                <c:v>-0.01111808</c:v>
              </c:pt>
              <c:pt idx="63">
                <c:v>-0.01347683</c:v>
              </c:pt>
              <c:pt idx="64">
                <c:v>0</c:v>
              </c:pt>
              <c:pt idx="65">
                <c:v>-0.00073087</c:v>
              </c:pt>
              <c:pt idx="66">
                <c:v>-0.0105323</c:v>
              </c:pt>
              <c:pt idx="67">
                <c:v>0</c:v>
              </c:pt>
              <c:pt idx="68">
                <c:v>0</c:v>
              </c:pt>
              <c:pt idx="69">
                <c:v>-0.00988895</c:v>
              </c:pt>
              <c:pt idx="70">
                <c:v>-0.00802204</c:v>
              </c:pt>
              <c:pt idx="71">
                <c:v>-0.00302738</c:v>
              </c:pt>
              <c:pt idx="72">
                <c:v>-0.03095872</c:v>
              </c:pt>
              <c:pt idx="73">
                <c:v>-0.02396144</c:v>
              </c:pt>
              <c:pt idx="74">
                <c:v>-0.03342536</c:v>
              </c:pt>
              <c:pt idx="75">
                <c:v>-0.03835911</c:v>
              </c:pt>
              <c:pt idx="76">
                <c:v>0</c:v>
              </c:pt>
              <c:pt idx="77">
                <c:v>-0.00039907</c:v>
              </c:pt>
              <c:pt idx="78">
                <c:v>-0.0105913</c:v>
              </c:pt>
              <c:pt idx="79">
                <c:v>0</c:v>
              </c:pt>
              <c:pt idx="80">
                <c:v>-0.00090099</c:v>
              </c:pt>
              <c:pt idx="81">
                <c:v>-0.0514779</c:v>
              </c:pt>
              <c:pt idx="82">
                <c:v>-0.06705945</c:v>
              </c:pt>
              <c:pt idx="83">
                <c:v>-0.07273449</c:v>
              </c:pt>
              <c:pt idx="84">
                <c:v>0</c:v>
              </c:pt>
              <c:pt idx="85">
                <c:v>-0.00346925</c:v>
              </c:pt>
              <c:pt idx="86">
                <c:v>-0.00160563</c:v>
              </c:pt>
              <c:pt idx="87">
                <c:v>-0.0007236</c:v>
              </c:pt>
              <c:pt idx="88">
                <c:v>0</c:v>
              </c:pt>
              <c:pt idx="89">
                <c:v>-0.04850973</c:v>
              </c:pt>
              <c:pt idx="90">
                <c:v>-0.00586534</c:v>
              </c:pt>
              <c:pt idx="91">
                <c:v>-0.00163538</c:v>
              </c:pt>
              <c:pt idx="92">
                <c:v>-0.04264095</c:v>
              </c:pt>
              <c:pt idx="93">
                <c:v>-0.03181331</c:v>
              </c:pt>
              <c:pt idx="94">
                <c:v>-0.03765846</c:v>
              </c:pt>
              <c:pt idx="95">
                <c:v>-0.04647367</c:v>
              </c:pt>
              <c:pt idx="96">
                <c:v>-0.01245703</c:v>
              </c:pt>
              <c:pt idx="97">
                <c:v>-0.01518786</c:v>
              </c:pt>
              <c:pt idx="98">
                <c:v>-0.01959551</c:v>
              </c:pt>
              <c:pt idx="99">
                <c:v>-0.00542908</c:v>
              </c:pt>
              <c:pt idx="100">
                <c:v>0</c:v>
              </c:pt>
              <c:pt idx="101">
                <c:v>-0.00410395</c:v>
              </c:pt>
              <c:pt idx="102">
                <c:v>-0.03533155</c:v>
              </c:pt>
              <c:pt idx="103">
                <c:v>-0.01055641</c:v>
              </c:pt>
              <c:pt idx="104">
                <c:v>-0.02505538</c:v>
              </c:pt>
              <c:pt idx="105">
                <c:v>-0.02737749</c:v>
              </c:pt>
              <c:pt idx="106">
                <c:v>-0.00321207</c:v>
              </c:pt>
              <c:pt idx="107">
                <c:v>-0.01467848</c:v>
              </c:pt>
              <c:pt idx="108">
                <c:v>-0.01705633</c:v>
              </c:pt>
              <c:pt idx="109">
                <c:v>-0.00014163</c:v>
              </c:pt>
              <c:pt idx="110">
                <c:v>-0.00491349</c:v>
              </c:pt>
              <c:pt idx="111">
                <c:v>-0.00789033</c:v>
              </c:pt>
              <c:pt idx="112">
                <c:v>-0.0131147</c:v>
              </c:pt>
              <c:pt idx="113">
                <c:v>-0.01002351</c:v>
              </c:pt>
              <c:pt idx="114">
                <c:v>-0.00740039</c:v>
              </c:pt>
              <c:pt idx="115">
                <c:v>-0.02365358</c:v>
              </c:pt>
              <c:pt idx="116">
                <c:v>-0.00925592</c:v>
              </c:pt>
              <c:pt idx="117">
                <c:v>-0.01226812</c:v>
              </c:pt>
              <c:pt idx="118">
                <c:v>-0.03316516</c:v>
              </c:pt>
              <c:pt idx="119">
                <c:v>-0.0373542</c:v>
              </c:pt>
              <c:pt idx="120">
                <c:v>0</c:v>
              </c:pt>
              <c:pt idx="121">
                <c:v>0</c:v>
              </c:pt>
              <c:pt idx="122">
                <c:v>-0.02728244</c:v>
              </c:pt>
              <c:pt idx="123">
                <c:v>-0.00950201</c:v>
              </c:pt>
              <c:pt idx="124">
                <c:v>-0.01843927</c:v>
              </c:pt>
              <c:pt idx="125">
                <c:v>-0.11910244</c:v>
              </c:pt>
              <c:pt idx="126">
                <c:v>-0.09793491</c:v>
              </c:pt>
              <c:pt idx="127">
                <c:v>-0.08081271</c:v>
              </c:pt>
              <c:pt idx="128">
                <c:v>-0.0940776</c:v>
              </c:pt>
              <c:pt idx="129">
                <c:v>-0.08790225</c:v>
              </c:pt>
              <c:pt idx="130">
                <c:v>-0.08813865</c:v>
              </c:pt>
              <c:pt idx="131">
                <c:v>-0.11102391</c:v>
              </c:pt>
              <c:pt idx="132">
                <c:v>-0.11050368</c:v>
              </c:pt>
              <c:pt idx="133">
                <c:v>-0.03886945</c:v>
              </c:pt>
              <c:pt idx="134">
                <c:v>-0.03839639</c:v>
              </c:pt>
              <c:pt idx="135">
                <c:v>-0.04558346</c:v>
              </c:pt>
              <c:pt idx="136">
                <c:v>-0.01612597</c:v>
              </c:pt>
              <c:pt idx="137">
                <c:v>-0.0138564</c:v>
              </c:pt>
              <c:pt idx="138">
                <c:v>-0.04232085</c:v>
              </c:pt>
              <c:pt idx="139">
                <c:v>-0.01399819</c:v>
              </c:pt>
              <c:pt idx="140">
                <c:v>-0.02780501</c:v>
              </c:pt>
              <c:pt idx="141">
                <c:v>-0.04860752</c:v>
              </c:pt>
              <c:pt idx="142">
                <c:v>-0.0216863</c:v>
              </c:pt>
              <c:pt idx="143">
                <c:v>-0.02392169</c:v>
              </c:pt>
              <c:pt idx="144">
                <c:v>-0.11695839</c:v>
              </c:pt>
              <c:pt idx="145">
                <c:v>-0.11201196</c:v>
              </c:pt>
              <c:pt idx="146">
                <c:v>-0.13022921</c:v>
              </c:pt>
              <c:pt idx="147">
                <c:v>-0.11229726</c:v>
              </c:pt>
              <c:pt idx="148">
                <c:v>-0.04589657</c:v>
              </c:pt>
              <c:pt idx="149">
                <c:v>-0.05631327</c:v>
              </c:pt>
              <c:pt idx="150">
                <c:v>-0.01501482</c:v>
              </c:pt>
              <c:pt idx="151">
                <c:v>-0.01740509</c:v>
              </c:pt>
              <c:pt idx="152">
                <c:v>-0.02491155</c:v>
              </c:pt>
              <c:pt idx="153">
                <c:v>-0.02457675</c:v>
              </c:pt>
              <c:pt idx="154">
                <c:v>-0.00537811</c:v>
              </c:pt>
              <c:pt idx="155">
                <c:v>-0.00537811</c:v>
              </c:pt>
              <c:pt idx="156">
                <c:v>-0.02441688</c:v>
              </c:pt>
              <c:pt idx="157">
                <c:v>-0.02541654</c:v>
              </c:pt>
              <c:pt idx="158">
                <c:v>-0.01580215</c:v>
              </c:pt>
              <c:pt idx="159">
                <c:v>-0.02808177</c:v>
              </c:pt>
              <c:pt idx="160">
                <c:v>0</c:v>
              </c:pt>
              <c:pt idx="161">
                <c:v>0</c:v>
              </c:pt>
              <c:pt idx="162">
                <c:v>-0.05524321</c:v>
              </c:pt>
              <c:pt idx="163">
                <c:v>-0.0218265</c:v>
              </c:pt>
              <c:pt idx="164">
                <c:v>-0.00847907</c:v>
              </c:pt>
              <c:pt idx="165">
                <c:v>-0.01354338</c:v>
              </c:pt>
              <c:pt idx="166">
                <c:v>0</c:v>
              </c:pt>
              <c:pt idx="167">
                <c:v>-0.0027161</c:v>
              </c:pt>
              <c:pt idx="168">
                <c:v>-0.00777997</c:v>
              </c:pt>
              <c:pt idx="169">
                <c:v>0</c:v>
              </c:pt>
              <c:pt idx="170">
                <c:v>-0.0051574</c:v>
              </c:pt>
              <c:pt idx="171">
                <c:v>-0.00821556</c:v>
              </c:pt>
              <c:pt idx="172">
                <c:v>-0.00497491</c:v>
              </c:pt>
              <c:pt idx="173">
                <c:v>-0.00036499</c:v>
              </c:pt>
              <c:pt idx="174">
                <c:v>-0.00264706</c:v>
              </c:pt>
              <c:pt idx="175">
                <c:v>-0.02651879</c:v>
              </c:pt>
              <c:pt idx="176">
                <c:v>-0.02711222</c:v>
              </c:pt>
              <c:pt idx="177">
                <c:v>-0.01517885</c:v>
              </c:pt>
              <c:pt idx="178">
                <c:v>-0.00774714</c:v>
              </c:pt>
              <c:pt idx="179">
                <c:v>-0.020913</c:v>
              </c:pt>
              <c:pt idx="180">
                <c:v>-0.02573003</c:v>
              </c:pt>
              <c:pt idx="181">
                <c:v>-0.01839014</c:v>
              </c:pt>
              <c:pt idx="182">
                <c:v>-0.01421577</c:v>
              </c:pt>
              <c:pt idx="183">
                <c:v>-0.04329961</c:v>
              </c:pt>
              <c:pt idx="184">
                <c:v>-0.00641695</c:v>
              </c:pt>
              <c:pt idx="185">
                <c:v>0</c:v>
              </c:pt>
              <c:pt idx="186">
                <c:v>-0.00880294</c:v>
              </c:pt>
              <c:pt idx="187">
                <c:v>0</c:v>
              </c:pt>
              <c:pt idx="188">
                <c:v>0</c:v>
              </c:pt>
              <c:pt idx="189">
                <c:v>-0.01278743</c:v>
              </c:pt>
              <c:pt idx="190">
                <c:v>-0.00523531</c:v>
              </c:pt>
              <c:pt idx="191">
                <c:v>-0.00572179</c:v>
              </c:pt>
              <c:pt idx="192">
                <c:v>0</c:v>
              </c:pt>
              <c:pt idx="193">
                <c:v>-0.00104552</c:v>
              </c:pt>
              <c:pt idx="194">
                <c:v>-0.00879921</c:v>
              </c:pt>
              <c:pt idx="195">
                <c:v>-0.00888651</c:v>
              </c:pt>
              <c:pt idx="196">
                <c:v>-0.0008517</c:v>
              </c:pt>
              <c:pt idx="197">
                <c:v>0</c:v>
              </c:pt>
              <c:pt idx="198">
                <c:v>-0.01342901</c:v>
              </c:pt>
              <c:pt idx="199">
                <c:v>-0.00821571</c:v>
              </c:pt>
              <c:pt idx="200">
                <c:v>-0.01201087</c:v>
              </c:pt>
              <c:pt idx="201">
                <c:v>-0.02099067</c:v>
              </c:pt>
              <c:pt idx="202">
                <c:v>-0.02145141</c:v>
              </c:pt>
              <c:pt idx="203">
                <c:v>-0.01366075</c:v>
              </c:pt>
              <c:pt idx="204">
                <c:v>-0.01659295</c:v>
              </c:pt>
              <c:pt idx="205">
                <c:v>-0.02610074</c:v>
              </c:pt>
              <c:pt idx="206">
                <c:v>-0.00059198</c:v>
              </c:pt>
              <c:pt idx="207">
                <c:v>-0.00277007</c:v>
              </c:pt>
              <c:pt idx="208">
                <c:v>-0.0186432</c:v>
              </c:pt>
              <c:pt idx="209">
                <c:v>-0.00828135</c:v>
              </c:pt>
              <c:pt idx="210">
                <c:v>-0.00324591</c:v>
              </c:pt>
              <c:pt idx="211">
                <c:v>-0.00393137</c:v>
              </c:pt>
              <c:pt idx="212">
                <c:v>-0.00331715</c:v>
              </c:pt>
              <c:pt idx="213">
                <c:v>0</c:v>
              </c:pt>
              <c:pt idx="214">
                <c:v>-0.00126745</c:v>
              </c:pt>
              <c:pt idx="215">
                <c:v>-0.0167987</c:v>
              </c:pt>
              <c:pt idx="216">
                <c:v>-0.01042244</c:v>
              </c:pt>
              <c:pt idx="217">
                <c:v>-0.00210148</c:v>
              </c:pt>
              <c:pt idx="218">
                <c:v>-0.00266742</c:v>
              </c:pt>
              <c:pt idx="219">
                <c:v>-0.02081752</c:v>
              </c:pt>
              <c:pt idx="220">
                <c:v>-0.020051</c:v>
              </c:pt>
              <c:pt idx="221">
                <c:v>-0.00980349</c:v>
              </c:pt>
              <c:pt idx="222">
                <c:v>-0.01565357</c:v>
              </c:pt>
              <c:pt idx="223">
                <c:v>0</c:v>
              </c:pt>
              <c:pt idx="224">
                <c:v>-0.00032001</c:v>
              </c:pt>
              <c:pt idx="225">
                <c:v>-0.00451869</c:v>
              </c:pt>
              <c:pt idx="226">
                <c:v>0</c:v>
              </c:pt>
              <c:pt idx="227">
                <c:v>-0.0011389</c:v>
              </c:pt>
              <c:pt idx="228">
                <c:v>-0.00707882</c:v>
              </c:pt>
              <c:pt idx="229">
                <c:v>0</c:v>
              </c:pt>
              <c:pt idx="230">
                <c:v>-0.00372511</c:v>
              </c:pt>
              <c:pt idx="231">
                <c:v>-0.01030441</c:v>
              </c:pt>
              <c:pt idx="232">
                <c:v>-0.00312623</c:v>
              </c:pt>
              <c:pt idx="233">
                <c:v>0</c:v>
              </c:pt>
              <c:pt idx="234">
                <c:v>-0.00686773</c:v>
              </c:pt>
              <c:pt idx="235">
                <c:v>-0.00011244</c:v>
              </c:pt>
              <c:pt idx="236">
                <c:v>-0.00419804</c:v>
              </c:pt>
              <c:pt idx="237">
                <c:v>-0.0049964</c:v>
              </c:pt>
              <c:pt idx="238">
                <c:v>0</c:v>
              </c:pt>
              <c:pt idx="239">
                <c:v>0</c:v>
              </c:pt>
              <c:pt idx="240">
                <c:v>-0.01681937</c:v>
              </c:pt>
              <c:pt idx="241">
                <c:v>-0.0163306</c:v>
              </c:pt>
              <c:pt idx="242">
                <c:v>-0.01744752</c:v>
              </c:pt>
              <c:pt idx="243">
                <c:v>-0.10101938</c:v>
              </c:pt>
              <c:pt idx="244">
                <c:v>-0.0414197</c:v>
              </c:pt>
              <c:pt idx="245">
                <c:v>-0.03028852</c:v>
              </c:pt>
              <c:pt idx="246">
                <c:v>-0.06588042</c:v>
              </c:pt>
              <c:pt idx="247">
                <c:v>-0.05236499</c:v>
              </c:pt>
              <c:pt idx="248">
                <c:v>-0.05075329</c:v>
              </c:pt>
              <c:pt idx="249">
                <c:v>-0.09797921</c:v>
              </c:pt>
              <c:pt idx="250">
                <c:v>-0.07594277</c:v>
              </c:pt>
              <c:pt idx="251">
                <c:v>-0.06834048</c:v>
              </c:pt>
              <c:pt idx="252">
                <c:v>-0.07867545</c:v>
              </c:pt>
              <c:pt idx="253">
                <c:v>-0.0799366</c:v>
              </c:pt>
              <c:pt idx="254">
                <c:v>-0.06802498</c:v>
              </c:pt>
              <c:pt idx="255">
                <c:v>-0.04654943</c:v>
              </c:pt>
              <c:pt idx="256">
                <c:v>-0.05751486</c:v>
              </c:pt>
              <c:pt idx="257">
                <c:v>-0.03047896</c:v>
              </c:pt>
              <c:pt idx="258">
                <c:v>-0.02882493</c:v>
              </c:pt>
              <c:pt idx="259">
                <c:v>-0.05212154</c:v>
              </c:pt>
              <c:pt idx="260">
                <c:v>-0.01685994</c:v>
              </c:pt>
              <c:pt idx="261">
                <c:v>-0.01608533</c:v>
              </c:pt>
              <c:pt idx="262">
                <c:v>-0.01696554</c:v>
              </c:pt>
              <c:pt idx="263">
                <c:v>-0.01481873</c:v>
              </c:pt>
              <c:pt idx="264">
                <c:v>-0.00197378</c:v>
              </c:pt>
              <c:pt idx="265">
                <c:v>0</c:v>
              </c:pt>
              <c:pt idx="266">
                <c:v>-0.01330651</c:v>
              </c:pt>
              <c:pt idx="267">
                <c:v>0</c:v>
              </c:pt>
              <c:pt idx="268">
                <c:v>0</c:v>
              </c:pt>
              <c:pt idx="269">
                <c:v>-0.01331116</c:v>
              </c:pt>
              <c:pt idx="270">
                <c:v>-0.00089198</c:v>
              </c:pt>
              <c:pt idx="271">
                <c:v>0</c:v>
              </c:pt>
              <c:pt idx="272">
                <c:v>-0.06873054</c:v>
              </c:pt>
              <c:pt idx="273">
                <c:v>-0.05579678</c:v>
              </c:pt>
              <c:pt idx="274">
                <c:v>-0.09716474</c:v>
              </c:pt>
              <c:pt idx="275">
                <c:v>-0.0696884</c:v>
              </c:pt>
              <c:pt idx="276">
                <c:v>-0.06455636</c:v>
              </c:pt>
              <c:pt idx="277">
                <c:v>-0.09925178</c:v>
              </c:pt>
              <c:pt idx="278">
                <c:v>-0.0816303</c:v>
              </c:pt>
              <c:pt idx="279">
                <c:v>-0.06048462</c:v>
              </c:pt>
              <c:pt idx="280">
                <c:v>-0.15427179</c:v>
              </c:pt>
              <c:pt idx="281">
                <c:v>-0.17160057</c:v>
              </c:pt>
              <c:pt idx="282">
                <c:v>-0.19348909</c:v>
              </c:pt>
              <c:pt idx="283">
                <c:v>-0.10397231</c:v>
              </c:pt>
              <c:pt idx="284">
                <c:v>-0.10180415</c:v>
              </c:pt>
              <c:pt idx="285">
                <c:v>-0.07027902</c:v>
              </c:pt>
              <c:pt idx="286">
                <c:v>-0.06914322</c:v>
              </c:pt>
              <c:pt idx="287">
                <c:v>-0.06862704</c:v>
              </c:pt>
              <c:pt idx="288">
                <c:v>-0.03840912</c:v>
              </c:pt>
              <c:pt idx="289">
                <c:v>-0.03971739</c:v>
              </c:pt>
              <c:pt idx="290">
                <c:v>-0.05541139</c:v>
              </c:pt>
              <c:pt idx="291">
                <c:v>-0.02822828</c:v>
              </c:pt>
              <c:pt idx="292">
                <c:v>-0.03330984</c:v>
              </c:pt>
              <c:pt idx="293">
                <c:v>-0.00244712</c:v>
              </c:pt>
              <c:pt idx="294">
                <c:v>-0.00048308</c:v>
              </c:pt>
              <c:pt idx="295">
                <c:v>-0.02506549</c:v>
              </c:pt>
              <c:pt idx="296">
                <c:v>-0.02016832</c:v>
              </c:pt>
              <c:pt idx="297">
                <c:v>-0.04479169</c:v>
              </c:pt>
              <c:pt idx="298">
                <c:v>-0.06618381</c:v>
              </c:pt>
              <c:pt idx="299">
                <c:v>-0.0459139</c:v>
              </c:pt>
              <c:pt idx="300">
                <c:v>-0.03764924</c:v>
              </c:pt>
              <c:pt idx="301">
                <c:v>-0.01344324</c:v>
              </c:pt>
              <c:pt idx="302">
                <c:v>-0.00994442</c:v>
              </c:pt>
              <c:pt idx="303">
                <c:v>-0.01190329</c:v>
              </c:pt>
              <c:pt idx="304">
                <c:v>-0.00947633</c:v>
              </c:pt>
              <c:pt idx="305">
                <c:v>-0.06022939</c:v>
              </c:pt>
              <c:pt idx="306">
                <c:v>-0.04615724</c:v>
              </c:pt>
              <c:pt idx="307">
                <c:v>-0.03132339</c:v>
              </c:pt>
              <c:pt idx="308">
                <c:v>-0.05996471</c:v>
              </c:pt>
              <c:pt idx="309">
                <c:v>-0.02638956</c:v>
              </c:pt>
              <c:pt idx="310">
                <c:v>-0.01387361</c:v>
              </c:pt>
              <c:pt idx="311">
                <c:v>-0.01580596</c:v>
              </c:pt>
              <c:pt idx="312">
                <c:v>-0.01204736</c:v>
              </c:pt>
              <c:pt idx="313">
                <c:v>-0.01736965</c:v>
              </c:pt>
              <c:pt idx="314">
                <c:v>-0.04178568</c:v>
              </c:pt>
              <c:pt idx="315">
                <c:v>-0.00882069</c:v>
              </c:pt>
              <c:pt idx="316">
                <c:v>-0.00210157</c:v>
              </c:pt>
              <c:pt idx="317">
                <c:v>-0.00536124</c:v>
              </c:pt>
              <c:pt idx="318">
                <c:v>-0.00190961</c:v>
              </c:pt>
              <c:pt idx="319">
                <c:v>0</c:v>
              </c:pt>
              <c:pt idx="320">
                <c:v>-0.01879679</c:v>
              </c:pt>
              <c:pt idx="321">
                <c:v>-0.01274274</c:v>
              </c:pt>
              <c:pt idx="322">
                <c:v>-0.01096774</c:v>
              </c:pt>
              <c:pt idx="323">
                <c:v>-0.00024798</c:v>
              </c:pt>
              <c:pt idx="324">
                <c:v>-0.00575961</c:v>
              </c:pt>
              <c:pt idx="325">
                <c:v>-0.00757247</c:v>
              </c:pt>
              <c:pt idx="326">
                <c:v>-0.00183744</c:v>
              </c:pt>
              <c:pt idx="327">
                <c:v>-0.00069269</c:v>
              </c:pt>
              <c:pt idx="328">
                <c:v>-0.02545542</c:v>
              </c:pt>
              <c:pt idx="329">
                <c:v>-0.0307875</c:v>
              </c:pt>
              <c:pt idx="330">
                <c:v>-0.00106715</c:v>
              </c:pt>
              <c:pt idx="331">
                <c:v>0</c:v>
              </c:pt>
              <c:pt idx="332">
                <c:v>-0.18948376</c:v>
              </c:pt>
              <c:pt idx="333">
                <c:v>-0.14754363</c:v>
              </c:pt>
              <c:pt idx="334">
                <c:v>-0.33717261</c:v>
              </c:pt>
              <c:pt idx="335">
                <c:v>-0.23371259</c:v>
              </c:pt>
              <c:pt idx="336">
                <c:v>-0.26819924</c:v>
              </c:pt>
              <c:pt idx="337">
                <c:v>-0.17029897</c:v>
              </c:pt>
              <c:pt idx="338">
                <c:v>-0.15873378</c:v>
              </c:pt>
              <c:pt idx="339">
                <c:v>-0.15926942</c:v>
              </c:pt>
              <c:pt idx="340">
                <c:v>-0.16280661</c:v>
              </c:pt>
              <c:pt idx="341">
                <c:v>-0.14889346</c:v>
              </c:pt>
              <c:pt idx="342">
                <c:v>-0.12296914</c:v>
              </c:pt>
              <c:pt idx="343">
                <c:v>-0.13197707</c:v>
              </c:pt>
              <c:pt idx="344">
                <c:v>-0.04629547</c:v>
              </c:pt>
              <c:pt idx="345">
                <c:v>-0.05161728</c:v>
              </c:pt>
              <c:pt idx="346">
                <c:v>-0.10629054</c:v>
              </c:pt>
              <c:pt idx="347">
                <c:v>-0.07276581</c:v>
              </c:pt>
              <c:pt idx="348">
                <c:v>-0.06765931</c:v>
              </c:pt>
              <c:pt idx="349">
                <c:v>-0.0418298</c:v>
              </c:pt>
              <c:pt idx="350">
                <c:v>-0.03484269</c:v>
              </c:pt>
              <c:pt idx="351">
                <c:v>-0.04096385</c:v>
              </c:pt>
              <c:pt idx="352">
                <c:v>-0.00825442</c:v>
              </c:pt>
              <c:pt idx="353">
                <c:v>0</c:v>
              </c:pt>
              <c:pt idx="354">
                <c:v>0</c:v>
              </c:pt>
              <c:pt idx="355">
                <c:v>-0.06846548</c:v>
              </c:pt>
              <c:pt idx="356">
                <c:v>-0.05007003</c:v>
              </c:pt>
              <c:pt idx="357">
                <c:v>-0.06656444</c:v>
              </c:pt>
              <c:pt idx="358">
                <c:v>-0.09440455</c:v>
              </c:pt>
              <c:pt idx="359">
                <c:v>-0.05398642</c:v>
              </c:pt>
              <c:pt idx="360">
                <c:v>-0.06296823</c:v>
              </c:pt>
              <c:pt idx="361">
                <c:v>-0.0294545</c:v>
              </c:pt>
              <c:pt idx="362">
                <c:v>-0.04739034</c:v>
              </c:pt>
              <c:pt idx="363">
                <c:v>-0.08345805</c:v>
              </c:pt>
              <c:pt idx="364">
                <c:v>0</c:v>
              </c:pt>
              <c:pt idx="365">
                <c:v>-0.00537829</c:v>
              </c:pt>
              <c:pt idx="366">
                <c:v>-0.01996887</c:v>
              </c:pt>
              <c:pt idx="367">
                <c:v>-0.01409372</c:v>
              </c:pt>
              <c:pt idx="368">
                <c:v>-0.00896902</c:v>
              </c:pt>
              <c:pt idx="369">
                <c:v>-0.00929314</c:v>
              </c:pt>
              <c:pt idx="370">
                <c:v>-0.0104546</c:v>
              </c:pt>
              <c:pt idx="371">
                <c:v>-0.01488512</c:v>
              </c:pt>
              <c:pt idx="372">
                <c:v>-0.01361411</c:v>
              </c:pt>
              <c:pt idx="373">
                <c:v>-0.0068205</c:v>
              </c:pt>
              <c:pt idx="374">
                <c:v>-0.02596329</c:v>
              </c:pt>
              <c:pt idx="375">
                <c:v>-0.0175864</c:v>
              </c:pt>
              <c:pt idx="376">
                <c:v>-0.03725392</c:v>
              </c:pt>
              <c:pt idx="377">
                <c:v>-0.00664706</c:v>
              </c:pt>
              <c:pt idx="378">
                <c:v>-0.01428795</c:v>
              </c:pt>
              <c:pt idx="379">
                <c:v>-0.04059692</c:v>
              </c:pt>
              <c:pt idx="380">
                <c:v>-0.02781166</c:v>
              </c:pt>
              <c:pt idx="381">
                <c:v>0</c:v>
              </c:pt>
              <c:pt idx="382">
                <c:v>-0.00126163</c:v>
              </c:pt>
              <c:pt idx="383">
                <c:v>-0.02132303</c:v>
              </c:pt>
              <c:pt idx="384">
                <c:v>0</c:v>
              </c:pt>
              <c:pt idx="385">
                <c:v>0</c:v>
              </c:pt>
              <c:pt idx="386">
                <c:v>-0.01219864</c:v>
              </c:pt>
              <c:pt idx="387">
                <c:v>-0.01195918</c:v>
              </c:pt>
              <c:pt idx="388">
                <c:v>0</c:v>
              </c:pt>
              <c:pt idx="389">
                <c:v>-0.00657049</c:v>
              </c:pt>
              <c:pt idx="390">
                <c:v>-0.0395858</c:v>
              </c:pt>
              <c:pt idx="391">
                <c:v>-0.01700942</c:v>
              </c:pt>
              <c:pt idx="392">
                <c:v>-0.00698853</c:v>
              </c:pt>
              <c:pt idx="393">
                <c:v>-0.00919167</c:v>
              </c:pt>
              <c:pt idx="394">
                <c:v>-0.00793594</c:v>
              </c:pt>
              <c:pt idx="395">
                <c:v>-0.00183437</c:v>
              </c:pt>
              <c:pt idx="396">
                <c:v>-0.00740729</c:v>
              </c:pt>
              <c:pt idx="397">
                <c:v>-0.02112246</c:v>
              </c:pt>
              <c:pt idx="398">
                <c:v>-0.00814805</c:v>
              </c:pt>
              <c:pt idx="399">
                <c:v>0</c:v>
              </c:pt>
              <c:pt idx="400">
                <c:v>-0.02770634</c:v>
              </c:pt>
              <c:pt idx="401">
                <c:v>-0.00569141</c:v>
              </c:pt>
              <c:pt idx="402">
                <c:v>-0.00777764</c:v>
              </c:pt>
              <c:pt idx="403">
                <c:v>-0.01742836</c:v>
              </c:pt>
              <c:pt idx="404">
                <c:v>-0.01590706</c:v>
              </c:pt>
              <c:pt idx="405">
                <c:v>0</c:v>
              </c:pt>
              <c:pt idx="406">
                <c:v>0</c:v>
              </c:pt>
              <c:pt idx="407">
                <c:v>-0.0199034</c:v>
              </c:pt>
              <c:pt idx="408">
                <c:v>-0.01171694</c:v>
              </c:pt>
              <c:pt idx="409">
                <c:v>-0.01328358</c:v>
              </c:pt>
              <c:pt idx="410">
                <c:v>-0.04009535</c:v>
              </c:pt>
              <c:pt idx="411">
                <c:v>-0.05114152</c:v>
              </c:pt>
              <c:pt idx="412">
                <c:v>-0.02896064</c:v>
              </c:pt>
              <c:pt idx="413">
                <c:v>-0.03073168</c:v>
              </c:pt>
              <c:pt idx="414">
                <c:v>-0.04011754</c:v>
              </c:pt>
              <c:pt idx="415">
                <c:v>0</c:v>
              </c:pt>
              <c:pt idx="416">
                <c:v>0</c:v>
              </c:pt>
              <c:pt idx="417">
                <c:v>-0.01132359</c:v>
              </c:pt>
              <c:pt idx="418">
                <c:v>-0.00459873</c:v>
              </c:pt>
              <c:pt idx="419">
                <c:v>-0.00327854</c:v>
              </c:pt>
              <c:pt idx="420">
                <c:v>-0.04093859</c:v>
              </c:pt>
              <c:pt idx="421">
                <c:v>-0.00029731</c:v>
              </c:pt>
              <c:pt idx="422">
                <c:v>-0.00911315</c:v>
              </c:pt>
              <c:pt idx="423">
                <c:v>-0.0300834</c:v>
              </c:pt>
              <c:pt idx="424">
                <c:v>-0.02432456</c:v>
              </c:pt>
              <c:pt idx="425">
                <c:v>-0.02553851</c:v>
              </c:pt>
              <c:pt idx="426">
                <c:v>-0.09727673</c:v>
              </c:pt>
              <c:pt idx="427">
                <c:v>-0.05183065</c:v>
              </c:pt>
              <c:pt idx="428">
                <c:v>-0.04262018</c:v>
              </c:pt>
              <c:pt idx="429">
                <c:v>-0.11672356</c:v>
              </c:pt>
              <c:pt idx="430">
                <c:v>-0.10343122</c:v>
              </c:pt>
              <c:pt idx="431">
                <c:v>-0.08364932</c:v>
              </c:pt>
              <c:pt idx="432">
                <c:v>-0.12865565</c:v>
              </c:pt>
              <c:pt idx="433">
                <c:v>-0.12708546</c:v>
              </c:pt>
              <c:pt idx="434">
                <c:v>-0.06658667</c:v>
              </c:pt>
              <c:pt idx="435">
                <c:v>-0.06685967</c:v>
              </c:pt>
              <c:pt idx="436">
                <c:v>-0.07624572</c:v>
              </c:pt>
              <c:pt idx="437">
                <c:v>-0.07966848</c:v>
              </c:pt>
              <c:pt idx="438">
                <c:v>-0.1348728</c:v>
              </c:pt>
              <c:pt idx="439">
                <c:v>-0.09904993</c:v>
              </c:pt>
              <c:pt idx="440">
                <c:v>-0.13107215</c:v>
              </c:pt>
              <c:pt idx="441">
                <c:v>-0.18220295</c:v>
              </c:pt>
              <c:pt idx="442">
                <c:v>-0.18184603</c:v>
              </c:pt>
              <c:pt idx="443">
                <c:v>-0.14892068</c:v>
              </c:pt>
              <c:pt idx="444">
                <c:v>-0.12802763</c:v>
              </c:pt>
              <c:pt idx="445">
                <c:v>-0.23009987</c:v>
              </c:pt>
              <c:pt idx="446">
                <c:v>-0.20901713</c:v>
              </c:pt>
              <c:pt idx="447">
                <c:v>-0.21045112</c:v>
              </c:pt>
              <c:pt idx="448">
                <c:v>-0.20302803</c:v>
              </c:pt>
              <c:pt idx="449">
                <c:v>-0.18780171</c:v>
              </c:pt>
              <c:pt idx="450">
                <c:v>-0.19450798</c:v>
              </c:pt>
              <c:pt idx="451">
                <c:v>-0.12803564</c:v>
              </c:pt>
              <c:pt idx="452">
                <c:v>-0.12904788</c:v>
              </c:pt>
              <c:pt idx="453">
                <c:v>-0.13250655</c:v>
              </c:pt>
              <c:pt idx="454">
                <c:v>-0.15089613</c:v>
              </c:pt>
              <c:pt idx="455">
                <c:v>-0.16021754</c:v>
              </c:pt>
              <c:pt idx="456">
                <c:v>-0.20085514</c:v>
              </c:pt>
              <c:pt idx="457">
                <c:v>-0.20756806</c:v>
              </c:pt>
              <c:pt idx="458">
                <c:v>-0.2436511</c:v>
              </c:pt>
              <c:pt idx="459">
                <c:v>-0.24496391</c:v>
              </c:pt>
              <c:pt idx="460">
                <c:v>-0.2250376</c:v>
              </c:pt>
              <c:pt idx="461">
                <c:v>-0.24269814</c:v>
              </c:pt>
              <c:pt idx="462">
                <c:v>-0.2030575</c:v>
              </c:pt>
              <c:pt idx="463">
                <c:v>-0.19543426</c:v>
              </c:pt>
              <c:pt idx="464">
                <c:v>-0.20775864</c:v>
              </c:pt>
              <c:pt idx="465">
                <c:v>-0.163078</c:v>
              </c:pt>
              <c:pt idx="466">
                <c:v>-0.13671457</c:v>
              </c:pt>
              <c:pt idx="467">
                <c:v>-0.19159083</c:v>
              </c:pt>
              <c:pt idx="468">
                <c:v>-0.17838043</c:v>
              </c:pt>
              <c:pt idx="469">
                <c:v>-0.19010163</c:v>
              </c:pt>
              <c:pt idx="470">
                <c:v>-0.19873847</c:v>
              </c:pt>
              <c:pt idx="471">
                <c:v>-0.19295238</c:v>
              </c:pt>
              <c:pt idx="472">
                <c:v>-0.15383175</c:v>
              </c:pt>
              <c:pt idx="473">
                <c:v>-0.16719104</c:v>
              </c:pt>
              <c:pt idx="474">
                <c:v>-0.17325386</c:v>
              </c:pt>
              <c:pt idx="475">
                <c:v>-0.12643238</c:v>
              </c:pt>
              <c:pt idx="476">
                <c:v>-0.13400545</c:v>
              </c:pt>
              <c:pt idx="477">
                <c:v>-0.16027743</c:v>
              </c:pt>
              <c:pt idx="478">
                <c:v>-0.14017433</c:v>
              </c:pt>
              <c:pt idx="479">
                <c:v>-0.13957883</c:v>
              </c:pt>
              <c:pt idx="480">
                <c:v>-0.1790612</c:v>
              </c:pt>
              <c:pt idx="481">
                <c:v>-0.18023123</c:v>
              </c:pt>
              <c:pt idx="482">
                <c:v>-0.15333551</c:v>
              </c:pt>
              <c:pt idx="483">
                <c:v>-0.155236</c:v>
              </c:pt>
              <c:pt idx="484">
                <c:v>-0.11564554</c:v>
              </c:pt>
              <c:pt idx="485">
                <c:v>-0.1204716</c:v>
              </c:pt>
              <c:pt idx="486">
                <c:v>-0.13653003</c:v>
              </c:pt>
              <c:pt idx="487">
                <c:v>-0.1348857</c:v>
              </c:pt>
              <c:pt idx="488">
                <c:v>-0.11993789</c:v>
              </c:pt>
              <c:pt idx="489">
                <c:v>-0.12109093</c:v>
              </c:pt>
              <c:pt idx="490">
                <c:v>-0.12395234</c:v>
              </c:pt>
              <c:pt idx="491">
                <c:v>-0.08797087</c:v>
              </c:pt>
              <c:pt idx="492">
                <c:v>-0.08598496</c:v>
              </c:pt>
              <c:pt idx="493">
                <c:v>-0.08914544</c:v>
              </c:pt>
              <c:pt idx="494">
                <c:v>-0.07528101</c:v>
              </c:pt>
              <c:pt idx="495">
                <c:v>-0.06467157</c:v>
              </c:pt>
              <c:pt idx="496">
                <c:v>-0.06098505</c:v>
              </c:pt>
              <c:pt idx="497">
                <c:v>-0.05766284</c:v>
              </c:pt>
              <c:pt idx="498">
                <c:v>-0.0308283</c:v>
              </c:pt>
              <c:pt idx="499">
                <c:v>-0.02649874</c:v>
              </c:pt>
              <c:pt idx="500">
                <c:v>-0.04460996</c:v>
              </c:pt>
              <c:pt idx="501">
                <c:v>-0.04482444</c:v>
              </c:pt>
              <c:pt idx="502">
                <c:v>-0.0395517</c:v>
              </c:pt>
              <c:pt idx="503">
                <c:v>-0.05073993</c:v>
              </c:pt>
              <c:pt idx="504">
                <c:v>-0.06488592</c:v>
              </c:pt>
              <c:pt idx="505">
                <c:v>-0.06359993</c:v>
              </c:pt>
              <c:pt idx="506">
                <c:v>-0.04360254</c:v>
              </c:pt>
              <c:pt idx="507">
                <c:v>-0.04653904</c:v>
              </c:pt>
              <c:pt idx="508">
                <c:v>-0.08397814</c:v>
              </c:pt>
              <c:pt idx="509">
                <c:v>-0.07829986</c:v>
              </c:pt>
              <c:pt idx="510">
                <c:v>-0.08053671</c:v>
              </c:pt>
              <c:pt idx="511">
                <c:v>-0.09406601</c:v>
              </c:pt>
              <c:pt idx="512">
                <c:v>-0.09563607</c:v>
              </c:pt>
              <c:pt idx="513">
                <c:v>-0.11264957</c:v>
              </c:pt>
              <c:pt idx="514">
                <c:v>-0.11667183</c:v>
              </c:pt>
              <c:pt idx="515">
                <c:v>-0.05319893</c:v>
              </c:pt>
              <c:pt idx="516">
                <c:v>-0.03483033</c:v>
              </c:pt>
              <c:pt idx="517">
                <c:v>-0.02186048</c:v>
              </c:pt>
              <c:pt idx="518">
                <c:v>-0.01439685</c:v>
              </c:pt>
              <c:pt idx="519">
                <c:v>-0.01385713</c:v>
              </c:pt>
              <c:pt idx="520">
                <c:v>-0.00289505</c:v>
              </c:pt>
              <c:pt idx="521">
                <c:v>-0.00847523</c:v>
              </c:pt>
              <c:pt idx="522">
                <c:v>-0.01974039</c:v>
              </c:pt>
              <c:pt idx="523">
                <c:v>0</c:v>
              </c:pt>
              <c:pt idx="524">
                <c:v>0</c:v>
              </c:pt>
              <c:pt idx="525">
                <c:v>-0.01707813</c:v>
              </c:pt>
              <c:pt idx="526">
                <c:v>0</c:v>
              </c:pt>
              <c:pt idx="527">
                <c:v>-0.00498016</c:v>
              </c:pt>
              <c:pt idx="528">
                <c:v>-0.01105593</c:v>
              </c:pt>
              <c:pt idx="529">
                <c:v>-0.00685691</c:v>
              </c:pt>
              <c:pt idx="530">
                <c:v>0</c:v>
              </c:pt>
              <c:pt idx="531">
                <c:v>-0.01038346</c:v>
              </c:pt>
              <c:pt idx="532">
                <c:v>-0.00718688</c:v>
              </c:pt>
              <c:pt idx="533">
                <c:v>-0.01930512</c:v>
              </c:pt>
              <c:pt idx="534">
                <c:v>-0.05353885</c:v>
              </c:pt>
              <c:pt idx="535">
                <c:v>-0.03761677</c:v>
              </c:pt>
              <c:pt idx="536">
                <c:v>-0.02849926</c:v>
              </c:pt>
              <c:pt idx="537">
                <c:v>-0.04361848</c:v>
              </c:pt>
              <c:pt idx="538">
                <c:v>-0.00062329</c:v>
              </c:pt>
              <c:pt idx="539">
                <c:v>0</c:v>
              </c:pt>
              <c:pt idx="540">
                <c:v>-0.01646714</c:v>
              </c:pt>
              <c:pt idx="541">
                <c:v>0</c:v>
              </c:pt>
              <c:pt idx="542">
                <c:v>0</c:v>
              </c:pt>
              <c:pt idx="543">
                <c:v>-0.00729109</c:v>
              </c:pt>
              <c:pt idx="544">
                <c:v>0</c:v>
              </c:pt>
              <c:pt idx="545">
                <c:v>0</c:v>
              </c:pt>
              <c:pt idx="546">
                <c:v>-0.04682587</c:v>
              </c:pt>
              <c:pt idx="547">
                <c:v>-0.03558408</c:v>
              </c:pt>
              <c:pt idx="548">
                <c:v>-0.04047024</c:v>
              </c:pt>
              <c:pt idx="549">
                <c:v>-0.08405635</c:v>
              </c:pt>
              <c:pt idx="550">
                <c:v>-0.01090542</c:v>
              </c:pt>
              <c:pt idx="551">
                <c:v>-0.00750654</c:v>
              </c:pt>
              <c:pt idx="552">
                <c:v>-0.04337379</c:v>
              </c:pt>
              <c:pt idx="553">
                <c:v>-0.01021487</c:v>
              </c:pt>
              <c:pt idx="554">
                <c:v>-0.00504555</c:v>
              </c:pt>
              <c:pt idx="555">
                <c:v>-0.0089586</c:v>
              </c:pt>
              <c:pt idx="556">
                <c:v>-0.01035277</c:v>
              </c:pt>
              <c:pt idx="557">
                <c:v>-0.00135953</c:v>
              </c:pt>
              <c:pt idx="558">
                <c:v>-0.01038762</c:v>
              </c:pt>
              <c:pt idx="559">
                <c:v>-0.0112901</c:v>
              </c:pt>
              <c:pt idx="560">
                <c:v>-0.00643188</c:v>
              </c:pt>
              <c:pt idx="561">
                <c:v>-0.0048238</c:v>
              </c:pt>
              <c:pt idx="562">
                <c:v>-0.02728414</c:v>
              </c:pt>
              <c:pt idx="563">
                <c:v>-0.01412935</c:v>
              </c:pt>
              <c:pt idx="564">
                <c:v>-0.01379531</c:v>
              </c:pt>
              <c:pt idx="565">
                <c:v>-0.00572551</c:v>
              </c:pt>
              <c:pt idx="566">
                <c:v>-0.00592289</c:v>
              </c:pt>
              <c:pt idx="567">
                <c:v>-0.03571844</c:v>
              </c:pt>
              <c:pt idx="568">
                <c:v>-0.02829635</c:v>
              </c:pt>
              <c:pt idx="569">
                <c:v>-0.02687678</c:v>
              </c:pt>
              <c:pt idx="570">
                <c:v>-0.04173387</c:v>
              </c:pt>
              <c:pt idx="571">
                <c:v>-0.0402481</c:v>
              </c:pt>
              <c:pt idx="572">
                <c:v>-0.01300541</c:v>
              </c:pt>
              <c:pt idx="573">
                <c:v>-0.01964734</c:v>
              </c:pt>
              <c:pt idx="574">
                <c:v>-0.0304927</c:v>
              </c:pt>
              <c:pt idx="575">
                <c:v>-0.0300034</c:v>
              </c:pt>
              <c:pt idx="576">
                <c:v>-0.10035393</c:v>
              </c:pt>
              <c:pt idx="577">
                <c:v>-0.07472287</c:v>
              </c:pt>
              <c:pt idx="578">
                <c:v>-0.07739869</c:v>
              </c:pt>
              <c:pt idx="579">
                <c:v>-0.18755226</c:v>
              </c:pt>
              <c:pt idx="580">
                <c:v>-0.14156907</c:v>
              </c:pt>
              <c:pt idx="581">
                <c:v>-0.12625218</c:v>
              </c:pt>
              <c:pt idx="582">
                <c:v>-0.15907866</c:v>
              </c:pt>
              <c:pt idx="583">
                <c:v>-0.07786328</c:v>
              </c:pt>
              <c:pt idx="584">
                <c:v>-0.0855709</c:v>
              </c:pt>
              <c:pt idx="585">
                <c:v>-0.03822939</c:v>
              </c:pt>
              <c:pt idx="586">
                <c:v>-0.03443295</c:v>
              </c:pt>
              <c:pt idx="587">
                <c:v>-0.03551285</c:v>
              </c:pt>
              <c:pt idx="588">
                <c:v>-0.02305986</c:v>
              </c:pt>
              <c:pt idx="589">
                <c:v>-0.02463584</c:v>
              </c:pt>
              <c:pt idx="590">
                <c:v>-0.0150017</c:v>
              </c:pt>
              <c:pt idx="591">
                <c:v>-0.00799563</c:v>
              </c:pt>
              <c:pt idx="592">
                <c:v>-0.00588025</c:v>
              </c:pt>
              <c:pt idx="593">
                <c:v>-0.00255663</c:v>
              </c:pt>
              <c:pt idx="594">
                <c:v>-0.02414059</c:v>
              </c:pt>
              <c:pt idx="595">
                <c:v>-0.0067807</c:v>
              </c:pt>
              <c:pt idx="596">
                <c:v>-0.00761266</c:v>
              </c:pt>
              <c:pt idx="597">
                <c:v>-0.01457469</c:v>
              </c:pt>
              <c:pt idx="598">
                <c:v>0</c:v>
              </c:pt>
              <c:pt idx="599">
                <c:v>-0.00596364</c:v>
              </c:pt>
              <c:pt idx="600">
                <c:v>-0.01332979</c:v>
              </c:pt>
              <c:pt idx="601">
                <c:v>0</c:v>
              </c:pt>
              <c:pt idx="602">
                <c:v>-0.00544347</c:v>
              </c:pt>
              <c:pt idx="603">
                <c:v>-0.02984654</c:v>
              </c:pt>
              <c:pt idx="604">
                <c:v>-0.01616376</c:v>
              </c:pt>
              <c:pt idx="605">
                <c:v>-0.01179599</c:v>
              </c:pt>
              <c:pt idx="606">
                <c:v>-0.01852597</c:v>
              </c:pt>
              <c:pt idx="607">
                <c:v>-0.01767565</c:v>
              </c:pt>
              <c:pt idx="608">
                <c:v>-0.01427143</c:v>
              </c:pt>
              <c:pt idx="609">
                <c:v>-0.02484767</c:v>
              </c:pt>
              <c:pt idx="610">
                <c:v>-0.05071354</c:v>
              </c:pt>
              <c:pt idx="611">
                <c:v>-0.00581916</c:v>
              </c:pt>
              <c:pt idx="612">
                <c:v>-0.01035806</c:v>
              </c:pt>
              <c:pt idx="613">
                <c:v>-0.0257846</c:v>
              </c:pt>
              <c:pt idx="614">
                <c:v>-0.00336105</c:v>
              </c:pt>
              <c:pt idx="615">
                <c:v>0</c:v>
              </c:pt>
              <c:pt idx="616">
                <c:v>-0.01225413</c:v>
              </c:pt>
              <c:pt idx="617">
                <c:v>-0.00420044</c:v>
              </c:pt>
              <c:pt idx="618">
                <c:v>-0.00503482</c:v>
              </c:pt>
              <c:pt idx="619">
                <c:v>-0.02569408</c:v>
              </c:pt>
              <c:pt idx="620">
                <c:v>-0.00221418</c:v>
              </c:pt>
              <c:pt idx="621">
                <c:v>-0.00484549</c:v>
              </c:pt>
              <c:pt idx="622">
                <c:v>-0.02179745</c:v>
              </c:pt>
              <c:pt idx="623">
                <c:v>-0.01489598</c:v>
              </c:pt>
              <c:pt idx="624">
                <c:v>-0.02038842</c:v>
              </c:pt>
              <c:pt idx="625">
                <c:v>-0.06993374</c:v>
              </c:pt>
              <c:pt idx="626">
                <c:v>-0.08579313</c:v>
              </c:pt>
              <c:pt idx="627">
                <c:v>-0.08884968</c:v>
              </c:pt>
              <c:pt idx="628">
                <c:v>-0.00199974</c:v>
              </c:pt>
              <c:pt idx="629">
                <c:v>-0.00853354</c:v>
              </c:pt>
              <c:pt idx="630">
                <c:v>-0.00486599</c:v>
              </c:pt>
              <c:pt idx="631">
                <c:v>-0.00151495</c:v>
              </c:pt>
              <c:pt idx="632">
                <c:v>0</c:v>
              </c:pt>
              <c:pt idx="633">
                <c:v>-0.01930042</c:v>
              </c:pt>
              <c:pt idx="634">
                <c:v>-0.00326501</c:v>
              </c:pt>
              <c:pt idx="635">
                <c:v>-0.02899012</c:v>
              </c:pt>
              <c:pt idx="636">
                <c:v>-0.04494653</c:v>
              </c:pt>
              <c:pt idx="637">
                <c:v>-0.02193483</c:v>
              </c:pt>
              <c:pt idx="638">
                <c:v>-0.01431883</c:v>
              </c:pt>
              <c:pt idx="639">
                <c:v>-0.02049607</c:v>
              </c:pt>
              <c:pt idx="640">
                <c:v>-0.01347414</c:v>
              </c:pt>
              <c:pt idx="641">
                <c:v>-0.02565703</c:v>
              </c:pt>
              <c:pt idx="642">
                <c:v>-0.03716674</c:v>
              </c:pt>
              <c:pt idx="643">
                <c:v>0</c:v>
              </c:pt>
              <c:pt idx="644">
                <c:v>-0.00197971</c:v>
              </c:pt>
              <c:pt idx="645">
                <c:v>-0.01964317</c:v>
              </c:pt>
              <c:pt idx="646">
                <c:v>-0.00920845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0"/>
          <c:min val="-0.4"/>
        </c:scaling>
        <c:delete val="0"/>
        <c:axPos val="l"/>
        <c:majorGridlines>
          <c:spPr>
            <a:ln xmlns:a="http://schemas.openxmlformats.org/drawingml/2006/main" w="9525">
              <a:solidFill>
                <a:srgbClr val="E2E7E3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CF6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CF6"/>
    </a:solidFill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Expiry payoff</c:v>
          </c:tx>
          <c:spPr>
            <a:ln xmlns:a="http://schemas.openxmlformats.org/drawingml/2006/main" w="47625">
              <a:solidFill>
                <a:srgbClr val="2F7D68"/>
              </a:solidFill>
              <a:prstDash val="solid"/>
            </a:ln>
          </c:spPr>
          <c:marker>
            <c:symbol val="circle"/>
            <c:size val="5"/>
            <c:spPr>
              <a:solidFill xmlns:a="http://schemas.openxmlformats.org/drawingml/2006/main">
                <a:srgbClr val="2F7D68"/>
              </a:solidFill>
            </c:spPr>
          </c:marker>
          <c:cat>
            <c:strLit>
              <c:ptCount val="9"/>
              <c:pt idx="0">
                <c:v>$540</c:v>
              </c:pt>
              <c:pt idx="1">
                <c:v>$545</c:v>
              </c:pt>
              <c:pt idx="2">
                <c:v>$550</c:v>
              </c:pt>
              <c:pt idx="3">
                <c:v>$555</c:v>
              </c:pt>
              <c:pt idx="4">
                <c:v>$560</c:v>
              </c:pt>
              <c:pt idx="5">
                <c:v>$565</c:v>
              </c:pt>
              <c:pt idx="6">
                <c:v>$570</c:v>
              </c:pt>
              <c:pt idx="7">
                <c:v>$575</c:v>
              </c:pt>
              <c:pt idx="8">
                <c:v>$580</c:v>
              </c:pt>
            </c:strLit>
          </c:cat>
          <c:val>
            <c:numLit>
              <c:formatCode>$#,##0</c:formatCode>
              <c:ptCount val="9"/>
              <c:pt idx="0">
                <c:v>634</c:v>
              </c:pt>
              <c:pt idx="1">
                <c:v>634</c:v>
              </c:pt>
              <c:pt idx="2">
                <c:v>634</c:v>
              </c:pt>
              <c:pt idx="3">
                <c:v>134</c:v>
              </c:pt>
              <c:pt idx="4">
                <c:v>-366</c:v>
              </c:pt>
              <c:pt idx="5">
                <c:v>-366</c:v>
              </c:pt>
              <c:pt idx="6">
                <c:v>-366</c:v>
              </c:pt>
              <c:pt idx="7">
                <c:v>-366</c:v>
              </c:pt>
              <c:pt idx="8">
                <c:v>-366</c:v>
              </c:pt>
            </c:numLit>
          </c:val>
          <c:smooth val="0"/>
        </c:ser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700"/>
          <c:min val="-40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8E0DB"/>
              </a:solidFill>
              <a:prstDash val="solid"/>
            </a:ln>
          </c:spPr>
        </c:majorGridlines>
        <c:numFmt formatCode="$#,##0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27078"/>
                </a:solidFill>
              </a:defRPr>
            </a:pPr>
          </a:p>
        </c:txPr>
        <c:crossAx val="48650112"/>
        <c:crossBetween val="between"/>
        <c:majorUnit val="200"/>
      </c:valAx>
      <c:spPr>
        <a:solidFill xmlns:a="http://schemas.openxmlformats.org/drawingml/2006/main">
          <a:srgbClr val="F6F1E8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6F1E8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ba394dfb7d451d"/>
          <a:stretch xmlns:a="http://schemas.openxmlformats.org/drawingml/2006/main"/>
        </p:blipFill>
        <p:spPr>
          <a:xfrm xmlns:a="http://schemas.openxmlformats.org/drawingml/2006/main">
            <a:off x="609600" y="381000"/>
            <a:ext cx="514350" cy="5143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1FE4909-D815-41BB-82C9-D6D16545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476250"/>
            <a:ext cx="1714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FINLY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27DA63-7FF0-4718-A246-262E86E44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A TESTED PORTFOLIO + A RISK-CONTROLLED AI ASSISTANT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1A4446-661A-410E-A23E-4BB30A985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19250"/>
            <a:ext cx="51435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FFFFF"/>
                </a:solidFill>
              </a:defRPr>
            </a:pPr>
            <a:r>
              <a:rPr sz="3600" b="1" i="0">
                <a:solidFill>
                  <a:srgbClr val="FFFFFF"/>
                </a:solidFill>
              </a:rPr>
              <a:t>Finly combines a market-tested base portfolio with an AI options assistant.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9CC69E-0F73-4877-8197-464823A3A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62400"/>
            <a:ext cx="4953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 i="0">
                <a:solidFill>
                  <a:srgbClr val="D7E3E5"/>
                </a:solidFill>
              </a:defRPr>
            </a:pPr>
            <a:r>
              <a:rPr sz="1800" b="0" i="0">
                <a:solidFill>
                  <a:srgbClr val="D7E3E5"/>
                </a:solidFill>
              </a:rPr>
              <a:t>AI studies the market. Rules set the risk, build the trade, and can still stop it.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0C7B92-F64E-43E0-BE8E-0C8B3AE37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257300"/>
            <a:ext cx="9525" cy="3276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187efd24c14d41"/>
          <a:stretch xmlns:a="http://schemas.openxmlformats.org/drawingml/2006/main"/>
        </p:blipFill>
        <p:spPr>
          <a:xfrm xmlns:a="http://schemas.openxmlformats.org/drawingml/2006/main">
            <a:off x="7848600" y="1257300"/>
            <a:ext cx="2286000" cy="22860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A4F876-5EF4-4DD6-8F26-4C8AF3114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76650"/>
            <a:ext cx="4324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FINLY CORE  +  FINLY OPTIONS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F58CB48-1E53-4020-947A-510F7A013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152900"/>
            <a:ext cx="3752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B9DFD2"/>
                </a:solidFill>
              </a:defRPr>
            </a:pPr>
            <a:r>
              <a:rPr sz="1350" b="0" i="0">
                <a:solidFill>
                  <a:srgbClr val="B9DFD2"/>
                </a:solidFill>
              </a:rPr>
              <a:t>Base portfolio  ·  AI assistant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DE3DFF-4DCF-4A37-AFE3-A4E9667D0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482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E4BCD5-5754-45D9-9732-6F73AE279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2C66D"/>
                </a:solidFill>
              </a:defRPr>
            </a:pPr>
            <a:r>
              <a:rPr sz="2850" b="1" i="0">
                <a:solidFill>
                  <a:srgbClr val="F2C66D"/>
                </a:solidFill>
              </a:rPr>
              <a:t>$106,711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89EFFC-AD83-45F7-8038-AB53F978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5D4D8"/>
                </a:solidFill>
              </a:defRPr>
            </a:pPr>
            <a:r>
              <a:rPr sz="1125" b="1" i="0">
                <a:solidFill>
                  <a:srgbClr val="C5D4D8"/>
                </a:solidFill>
              </a:rPr>
              <a:t>HISTORICAL ENDING WEALTH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2EE5C1-B537-4EC9-952B-73B5622CD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257800"/>
            <a:ext cx="2286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FFFFFF"/>
                </a:solidFill>
              </a:defRPr>
            </a:pPr>
            <a:r>
              <a:rPr sz="2850" b="1" i="0">
                <a:solidFill>
                  <a:srgbClr val="FFFFFF"/>
                </a:solidFill>
              </a:rPr>
              <a:t>+$38,629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18A495-9243-4735-AA12-0956E2D12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781675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5D4D8"/>
                </a:solidFill>
              </a:defRPr>
            </a:pPr>
            <a:r>
              <a:rPr sz="900" b="1" i="0">
                <a:solidFill>
                  <a:srgbClr val="C5D4D8"/>
                </a:solidFill>
              </a:rPr>
              <a:t>VERSUS THE S&amp;P 500 TRACKER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1B862D-7BF5-4BFD-8461-3F150685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57800"/>
            <a:ext cx="2381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B9DFD2"/>
                </a:solidFill>
              </a:defRPr>
            </a:pPr>
            <a:r>
              <a:rPr sz="2850" b="1" i="0">
                <a:solidFill>
                  <a:srgbClr val="B9DFD2"/>
                </a:solidFill>
              </a:rPr>
              <a:t>+$153.31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B2B69A-20F5-433C-9AD2-56996A0DF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781675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C5D4D8"/>
                </a:solidFill>
              </a:defRPr>
            </a:pPr>
            <a:r>
              <a:rPr sz="900" b="1" i="0">
                <a:solidFill>
                  <a:srgbClr val="C5D4D8"/>
                </a:solidFill>
              </a:rPr>
              <a:t>CORE VS S&amp;P TRACKER · DAY ONE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9A107C-C48D-4ACF-A12A-ACE1E2DEF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2578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$500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4B9C1B-1974-4816-BAD1-07636F54D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7816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5D4D8"/>
                </a:solidFill>
              </a:defRPr>
            </a:pPr>
            <a:r>
              <a:rPr sz="975" b="1" i="0">
                <a:solidFill>
                  <a:srgbClr val="C5D4D8"/>
                </a:solidFill>
              </a:rPr>
              <a:t>MAX LOSS / OPTIONS TRADE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698271-0602-46A3-878E-FD6E74066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103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AFC2C8"/>
                </a:solidFill>
              </a:defRPr>
            </a:pPr>
            <a:r>
              <a:rPr sz="1200" b="0" i="0">
                <a:solidFill>
                  <a:srgbClr val="AFC2C8"/>
                </a:solidFill>
              </a:rPr>
              <a:t>Bruce Wen  ·  Brandeis University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9AA6327-173B-4BD4-8949-81EE2CBD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F17BFCE-C51D-4EE0-AB35-2F64E525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4315947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986C93C-BEA6-4C4C-96DC-AC484C537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THE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2A9406-D68F-4107-ADF6-31813580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81050"/>
            <a:ext cx="10668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A trading bot is hard to trust when one model can research, size, and send.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84756F-D4BA-4B3D-9DE8-567721587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E56B5D"/>
                </a:solidFill>
              </a:defRPr>
            </a:pPr>
            <a:r>
              <a:rPr sz="1275" b="1" i="0">
                <a:solidFill>
                  <a:srgbClr val="E56B5D"/>
                </a:solidFill>
              </a:rPr>
              <a:t>COMMON AGENT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95A1F4-1275-4CD1-AC79-BED0FA840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2095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7DED8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819FD9-F4B2-4173-8B9E-442D9A46D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876550"/>
            <a:ext cx="1828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ONE MODEL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46EE5F-353F-4ECD-91F8-14FC89987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14700"/>
            <a:ext cx="1714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reads · sizes · writes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E7FA92-00D3-425F-8E3A-1D39967BE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E56B5D"/>
                </a:solidFill>
              </a:defRPr>
            </a:pPr>
            <a:r>
              <a:rPr sz="3450" b="1" i="0">
                <a:solidFill>
                  <a:srgbClr val="E56B5D"/>
                </a:solidFill>
              </a:rPr>
              <a:t>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7E2E6E-B911-40FB-B72A-0590D2B49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90800"/>
            <a:ext cx="171450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E56B5D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168686-25CE-435C-83F4-41CC27E33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2905125"/>
            <a:ext cx="1485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 i="0">
                <a:solidFill>
                  <a:srgbClr val="122A3E"/>
                </a:solidFill>
              </a:defRPr>
            </a:pPr>
            <a:r>
              <a:rPr sz="1725" b="1" i="0">
                <a:solidFill>
                  <a:srgbClr val="122A3E"/>
                </a:solidFill>
              </a:rPr>
              <a:t>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B11398-0BFA-43F5-9A82-845CF2A03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3276600"/>
            <a:ext cx="1485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0" i="0">
                <a:solidFill>
                  <a:srgbClr val="E56B5D"/>
                </a:solidFill>
              </a:defRPr>
            </a:pPr>
            <a:r>
              <a:rPr sz="1200" b="0" i="0">
                <a:solidFill>
                  <a:srgbClr val="E56B5D"/>
                </a:solidFill>
              </a:rPr>
              <a:t>one confident error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29A568-3C38-45D0-B979-62495D0E7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5265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2F7D68"/>
                </a:solidFill>
              </a:defRPr>
            </a:pPr>
            <a:r>
              <a:rPr sz="1275" b="1" i="0">
                <a:solidFill>
                  <a:srgbClr val="2F7D68"/>
                </a:solidFill>
              </a:rPr>
              <a:t>FINLY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2E7579-2F1B-4228-A463-E4924309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E3F0EA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D77583-849C-4416-B161-B372C4841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3F763A-0DFC-4F1A-9756-1F8C22248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interprets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11FD19-C2F2-4EC1-9CC6-7F8424EAF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BE9BA6-C89D-4136-8496-1016812BE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ABC939-0C2A-431A-853A-E9E0720B2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126FF4E-18E8-4AA1-A87B-4C4A8CF1E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fixes risk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C8E1DA-F8DE-48A4-8228-A7D139632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2D3727C-2621-488F-BCE2-CF04CCD0E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590800"/>
            <a:ext cx="1314450" cy="108585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51A1EE8-2BE3-4B8C-9383-637EECFA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2857500"/>
            <a:ext cx="1123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 i="0">
                <a:solidFill>
                  <a:srgbClr val="2F7D68"/>
                </a:solidFill>
              </a:defRPr>
            </a:pPr>
            <a:r>
              <a:rPr sz="1875" b="1" i="0">
                <a:solidFill>
                  <a:srgbClr val="2F7D68"/>
                </a:solidFill>
              </a:rPr>
              <a:t>TEST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E8D9E7-E900-4227-8701-4CF6D8F7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248025"/>
            <a:ext cx="1123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permits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898A2FD-00B3-408D-8D01-1F7730CD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85750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C9FB78C-9857-48D5-BF15-2F6207D37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2590800"/>
            <a:ext cx="704850" cy="1085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9311DD-6BE5-4AF3-A8A0-9400CE721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2990850"/>
            <a:ext cx="5905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SEND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E0314FA-B99B-42B8-85DE-D90B9178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38650"/>
            <a:ext cx="1089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295A7A-BA9B-401D-B464-B15515ED1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6250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 i="0">
                <a:solidFill>
                  <a:srgbClr val="2F7D68"/>
                </a:solidFill>
              </a:defRPr>
            </a:pPr>
            <a:r>
              <a:rPr sz="2400" b="1" i="0">
                <a:solidFill>
                  <a:srgbClr val="2F7D68"/>
                </a:solidFill>
              </a:rPr>
              <a:t>Useful AI judgment—without handing the model the account keys.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D375671-0487-4112-BD53-7DA34509E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9906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627078"/>
                </a:solidFill>
              </a:defRPr>
            </a:pPr>
            <a:r>
              <a:rPr sz="1725" b="0" i="0">
                <a:solidFill>
                  <a:srgbClr val="627078"/>
                </a:solidFill>
              </a:rPr>
              <a:t>Finly's rules choose the maximum risk, the exact option pair, the order details, and whether a trade may be sent.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63959F6-82A8-4968-BDFF-CEFE6C26F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042A1F8-5D0C-404F-B9B6-DA31CADEB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51695692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8FF1BD-BCC8-4C37-B3E3-CE9150776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HOW THE PRODUCT WORKS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B46C4B-9312-490E-A880-792A83523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FFFFFF"/>
                </a:solidFill>
              </a:defRPr>
            </a:pPr>
            <a:r>
              <a:rPr sz="3450" b="1" i="0">
                <a:solidFill>
                  <a:srgbClr val="FFFFFF"/>
                </a:solidFill>
              </a:rPr>
              <a:t>AI explains the opportunity. Rules decide whether money can move.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539A7E8-A338-4188-A06E-55AADD26E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1914525"/>
            <a:ext cx="6057900" cy="3448050"/>
          </a:xfrm>
          <a:prstGeom xmlns:a="http://schemas.openxmlformats.org/drawingml/2006/main" prst="roundRect">
            <a:avLst>
              <a:gd name="adj" fmla="val 3315"/>
            </a:avLst>
          </a:prstGeom>
          <a:solidFill xmlns:a="http://schemas.openxmlformats.org/drawingml/2006/main">
            <a:srgbClr val="F6F1E8"/>
          </a:solidFill>
          <a:ln xmlns:a="http://schemas.openxmlformats.org/drawingml/2006/main" w="9525">
            <a:solidFill>
              <a:srgbClr val="B9DF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8eb6b49d304d96"/>
          <a:stretch xmlns:a="http://schemas.openxmlformats.org/drawingml/2006/main"/>
        </p:blipFill>
        <p:spPr>
          <a:xfrm xmlns:a="http://schemas.openxmlformats.org/drawingml/2006/main">
            <a:off x="5620808" y="1962150"/>
            <a:ext cx="5960533" cy="3352800"/>
          </a:xfrm>
          <a:prstGeom xmlns:a="http://schemas.openxmlformats.org/drawingml/2006/main" prst="roundRect">
            <a:avLst>
              <a:gd name="adj" fmla="val 2273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49D7D5-DAC5-46EC-A3EB-446927F8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B9DFD2"/>
                </a:solidFill>
              </a:defRPr>
            </a:pPr>
            <a:r>
              <a:rPr sz="1350" b="1" i="0">
                <a:solidFill>
                  <a:srgbClr val="B9DFD2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134D7E-217A-4B98-9C9D-C86C7046F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002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RESEARCH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25BADB-C2C9-4917-81AD-F26782050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3241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Read market evidence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A394FF-A019-493A-8891-7DC966DF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1465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2D9C21-B7A0-40B2-AC1B-201763E8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051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2C66D"/>
                </a:solidFill>
              </a:defRPr>
            </a:pPr>
            <a:r>
              <a:rPr sz="1350" b="1" i="0">
                <a:solidFill>
                  <a:srgbClr val="F2C66D"/>
                </a:solidFill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B34B8B-254C-46C2-B52B-D10AE4A57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1051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RISK RULES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6C1363-19FB-4D4D-B347-8233119CF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290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Set the loss and build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A378443-A129-449F-A989-89D090F64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19550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0627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25C0F5-574A-4DD9-958A-E0B31A46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CE44AA-A622-42F4-AE2A-0DA05E330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210050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FINAL CHECK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B2F24F-19B6-4B13-8D65-88D5F773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33900"/>
            <a:ext cx="3714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FFFFFF"/>
                </a:solidFill>
              </a:defRPr>
            </a:pPr>
            <a:r>
              <a:rPr sz="1950" b="1" i="0">
                <a:solidFill>
                  <a:srgbClr val="FFFFFF"/>
                </a:solidFill>
              </a:rPr>
              <a:t>Send to Alpaca—or stop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089FF8-8F24-42C6-9369-DE1F438FE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457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459322-F9E3-4489-B77D-656B48CB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102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B9DFD2"/>
                </a:solidFill>
              </a:defRPr>
            </a:pPr>
            <a:r>
              <a:rPr sz="1725" b="1" i="0">
                <a:solidFill>
                  <a:srgbClr val="B9DFD2"/>
                </a:solidFill>
              </a:rPr>
              <a:t>The model may explain or veto. It cannot choose size or write the broker order.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247A68-86C1-4D85-8A21-217EDBACA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DFF23F-E6A1-4318-910F-C24BB87CD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655869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CF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AC01FD0-C3D6-405F-856B-7DEB9338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HISTORICAL REPLAY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2B8132-9857-41F2-8650-572CC8E07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$10,000 became $106,711: $38,629 ahead of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0419D9-12C3-4CE7-9AE0-CCC7CEAAB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Finly Core is the rules-based four-fund portfolio: roughly half QQQ, half three trend-selected sectors, and 3% cash.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14DCA1-1C4C-4D21-B212-B9E145F28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76400"/>
            <a:ext cx="809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627078"/>
                </a:solidFill>
              </a:defRPr>
            </a:pPr>
            <a:r>
              <a:rPr sz="1200" b="0" i="0">
                <a:solidFill>
                  <a:srgbClr val="627078"/>
                </a:solidFill>
              </a:rPr>
              <a:t>2013–2026 · same $10,000 start · modeled 0.05% cost per buy or sell</a:t>
            </a:r>
          </a:p>
        </p:txBody>
      </p:sp>
      <p:graphicFrame>
        <p:nvGraphicFramePr>
          <p:cNvPr id="22" name="Chart"/>
          <p:cNvGraphicFramePr/>
          <p:nvPr/>
        </p:nvGraphicFramePr>
        <p:xfrm>
          <a:off xmlns:a="http://schemas.openxmlformats.org/drawingml/2006/main" x="609600" y="2000250"/>
          <a:ext xmlns:a="http://schemas.openxmlformats.org/drawingml/2006/main" cx="8667750" cy="29718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693f4b01aca4870"/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1FCF0A-398D-4A07-AAEA-4D4A28D0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1336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2F7D68"/>
                </a:solidFill>
              </a:defRPr>
            </a:pPr>
            <a:r>
              <a:rPr sz="3000" b="1" i="0">
                <a:solidFill>
                  <a:srgbClr val="2F7D68"/>
                </a:solidFill>
              </a:rPr>
              <a:t>$106,711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DEE45E-55C6-44E6-98B9-C1B87ED82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574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ENDING WEALTH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39BDDC-ED9D-4052-98F2-EF3E5EA26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813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0B2942"/>
                </a:solidFill>
              </a:defRPr>
            </a:pPr>
            <a:r>
              <a:rPr sz="2700" b="1" i="0">
                <a:solidFill>
                  <a:srgbClr val="0B2942"/>
                </a:solidFill>
              </a:rPr>
              <a:t>$68,082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EDBE21-CE18-4FD0-9C66-2BAF43948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052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SPY ENDING WEALTH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74EDEA7-490B-43AD-9C71-D739F7B48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291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2F7D68"/>
                </a:solidFill>
              </a:defRPr>
            </a:pPr>
            <a:r>
              <a:rPr sz="2550" b="1" i="0">
                <a:solidFill>
                  <a:srgbClr val="2F7D68"/>
                </a:solidFill>
              </a:rPr>
              <a:t>+967.11%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AB54F1-F6AB-4011-A5B2-8EF63A00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75297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FINLY TOTAL RETURN</a:t>
            </a:r>
          </a:p>
        </p:txBody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09600" y="5143500"/>
          <a:ext xmlns:a="http://schemas.openxmlformats.org/drawingml/2006/main" cx="8667750" cy="9715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1ccf97e81d248d6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A49960-522F-4774-8CBF-7F903639C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9720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627078"/>
                </a:solidFill>
              </a:defRPr>
            </a:pPr>
            <a:r>
              <a:rPr sz="900" b="1" i="0">
                <a:solidFill>
                  <a:srgbClr val="627078"/>
                </a:solidFill>
              </a:rPr>
              <a:t>DECLINE FROM A PREVIOUS HIGH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520FC9-0BE2-4DC2-91AE-4F8958D5E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353050"/>
            <a:ext cx="209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627078"/>
                </a:solidFill>
              </a:defRPr>
            </a:pPr>
            <a:r>
              <a:rPr sz="975" b="1" i="0">
                <a:solidFill>
                  <a:srgbClr val="627078"/>
                </a:solidFill>
              </a:rPr>
              <a:t>WORST DECLINE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B73D92-92B1-4944-895B-DEB06AE35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5626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2A3E"/>
                </a:solidFill>
              </a:defRPr>
            </a:pPr>
            <a:r>
              <a:rPr sz="1350" b="1" i="0">
                <a:solidFill>
                  <a:srgbClr val="122A3E"/>
                </a:solidFill>
              </a:rPr>
              <a:t>Finly −28.99%</a:t>
            </a:r>
          </a:p>
          <a:p xmlns:a="http://schemas.openxmlformats.org/drawingml/2006/main">
            <a:pPr algn="l">
              <a:defRPr sz="1350" b="1" i="0">
                <a:solidFill>
                  <a:srgbClr val="122A3E"/>
                </a:solidFill>
              </a:defRPr>
            </a:pPr>
            <a:r>
              <a:rPr sz="1350" b="1" i="0">
                <a:solidFill>
                  <a:srgbClr val="122A3E"/>
                </a:solidFill>
              </a:rPr>
              <a:t>SPY −33.72%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76B05D-F5FA-4014-A206-4119AD65C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AD6531E-D0DD-4ED1-B6F7-662F377AC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75738775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9FFCFDB-78D0-49B2-A419-A64944A7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A SEPARATE HISTORICAL STRESS TEST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6DC54A-9CA1-4208-95EF-6C7DEB533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76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75" b="1" i="0">
                <a:solidFill>
                  <a:srgbClr val="FFFFFF"/>
                </a:solidFill>
              </a:defRPr>
            </a:pPr>
            <a:r>
              <a:rPr sz="3075" b="1" i="0">
                <a:solidFill>
                  <a:srgbClr val="FFFFFF"/>
                </a:solidFill>
              </a:rPr>
              <a:t>An 80-year industry test stayed ahead over the full period under every monthly start date tested.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C127E0-F527-461C-BD14-0AA3C6471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10287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87879C-96F7-4978-BB95-9DF2FD025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6829EE-EF84-4DEE-B5E5-68AACA18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400300"/>
            <a:ext cx="209550" cy="2095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D3071C7-DF31-439C-8D64-626F3AE2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1927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D516B3-12ED-485E-AED5-66ADE021B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4200" y="27241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2C66D"/>
                </a:solidFill>
              </a:defRPr>
            </a:pPr>
            <a:r>
              <a:rPr sz="1425" b="1" i="0">
                <a:solidFill>
                  <a:srgbClr val="F2C66D"/>
                </a:solidFill>
              </a:rPr>
              <a:t>2007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ADFD0F-714D-4931-A25A-FC20CA55B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133600"/>
            <a:ext cx="400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21,218 public market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70E840-250D-4C90-84D4-6F216C86B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667000"/>
            <a:ext cx="400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F2C66D"/>
                </a:solidFill>
              </a:defRPr>
            </a:pPr>
            <a:r>
              <a:rPr sz="975" b="1" i="0">
                <a:solidFill>
                  <a:srgbClr val="F2C66D"/>
                </a:solidFill>
              </a:rPr>
              <a:t>INDUSTRY-PROXY RECONSTRUCTION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0D7D22-62E9-44CA-9F00-FF0E60867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5280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B9DFD2"/>
                </a:solidFill>
              </a:defRPr>
            </a:pPr>
            <a:r>
              <a:rPr sz="3600" b="1" i="0">
                <a:solidFill>
                  <a:srgbClr val="B9DFD2"/>
                </a:solidFill>
              </a:rPr>
              <a:t>13.37%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A13C61-2673-45E4-AE27-B92B23030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876675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FINLY GROWTH PER YEAR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27A20F8-E8DF-4329-9794-D0670E48F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86250"/>
            <a:ext cx="247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 i="0">
                <a:solidFill>
                  <a:srgbClr val="FFFFFF"/>
                </a:solidFill>
              </a:defRPr>
            </a:pPr>
            <a:r>
              <a:rPr sz="1650" b="0" i="0">
                <a:solidFill>
                  <a:srgbClr val="FFFFFF"/>
                </a:solidFill>
              </a:rPr>
              <a:t>vs 9.48% market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4290BB-4BC8-4ABB-B3F3-6EDF7E3B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3528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600" b="1" i="0">
                <a:solidFill>
                  <a:srgbClr val="F2C66D"/>
                </a:solidFill>
              </a:defRPr>
            </a:pPr>
            <a:r>
              <a:rPr sz="3600" b="1" i="0">
                <a:solidFill>
                  <a:srgbClr val="F2C66D"/>
                </a:solidFill>
              </a:rPr>
              <a:t>21 / 21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DA63D3D-CDF9-44E5-B3A4-179A0A816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76675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MONTHLY START DATES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CDF685-83E1-41EF-B63B-01C9C2C2D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E5338B-E46A-4C39-81F9-5AAEEFBC8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59280A-0CFD-4EBC-82E3-6D8569C47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0D5F1D-9F38-4ADB-9697-4EE95A28A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6DA1D88-0F2F-4DB4-8F4D-81CA0F038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4B1FDC-614A-4909-82B5-A10F3FC30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EBEE86A-5D65-4167-B4A4-64C84E9B5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0DD942-0DAF-4715-90DF-72503BE19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109571-590A-4A55-9B66-0092F2B8F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F25EE17-6678-436D-B0D7-6E4FAEEDC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8C9B5A-D1CB-4CEC-9789-67861BD1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436245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8D2FBA-E5BC-44D5-84EF-8289BF882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BAF171F-111D-452B-AF99-382CD1474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91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68F4E4F-1213-47BD-A4E8-43B1F997B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251065-56B6-4A9C-A1BD-C1ADB5D76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E66139-DA3B-431B-869E-50E97F135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E1B2766-CA4A-4D1C-A949-CE72602D6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A4D51DD-ADB2-41EA-B0CA-B127BE33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0E644A3-4B4E-47E7-916B-E1F1667A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37738D-0065-4922-9449-99B76441F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28AB91C-4AFD-497F-A720-1005D194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1775" y="4610100"/>
            <a:ext cx="123825" cy="1238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DD74EB1-99AD-4D3D-BC4F-6785E9DF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52800"/>
            <a:ext cx="2667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F2C66D"/>
                </a:solidFill>
              </a:defRPr>
            </a:pPr>
            <a:r>
              <a:rPr sz="3000" b="1" i="0">
                <a:solidFill>
                  <a:srgbClr val="F2C66D"/>
                </a:solidFill>
              </a:rPr>
              <a:t>+2.45 points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A056646-BBB4-46BB-AD63-04E123503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76675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C4D4D8"/>
                </a:solidFill>
              </a:defRPr>
            </a:pPr>
            <a:r>
              <a:rPr sz="1125" b="1" i="0">
                <a:solidFill>
                  <a:srgbClr val="C4D4D8"/>
                </a:solidFill>
              </a:rPr>
              <a:t>EDGE AT 0.25% TRADING COSTS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6DC5873-5489-49B3-B45D-30CA9BE14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286250"/>
            <a:ext cx="304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0.05%  →  0.10%  →  0.25%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11D03CE-654C-4A2B-A769-DCE8BB1DC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22098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57496A-5119-4B83-9261-D2247FC8E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724400"/>
            <a:ext cx="7429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9DFD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5BCC5A0-CFB5-4D73-81D4-F80AD7D05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B4EF58F-E759-46D5-AB0D-D4D07E9D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950" b="1" i="0">
                <a:solidFill>
                  <a:srgbClr val="B9DFD2"/>
                </a:solidFill>
              </a:defRPr>
            </a:pPr>
            <a:r>
              <a:rPr sz="1950" b="1" i="0">
                <a:solidFill>
                  <a:srgbClr val="B9DFD2"/>
                </a:solidFill>
              </a:rPr>
              <a:t>Its worst decline was 16.31 percentage points smaller than the market proxy.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9CF9B82-10E4-4519-A133-9AE38EE8B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9AA07B3-07F2-4427-99D1-D358FBB47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640116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F3A682-DD62-40FE-9713-E04BBC587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ILLUSTRATIVE OPTIONS PROOF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964984-B4A6-4DF1-9C3B-804750234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122A3E"/>
                </a:solidFill>
              </a:defRPr>
            </a:pPr>
            <a:r>
              <a:rPr sz="3300" b="1" i="0">
                <a:solidFill>
                  <a:srgbClr val="122A3E"/>
                </a:solidFill>
              </a:rPr>
              <a:t>Before Finly prepares an options order, it fixes the most the trade can lose.</a:t>
            </a:r>
          </a:p>
        </p:txBody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09600" y="1924050"/>
          <a:ext xmlns:a="http://schemas.openxmlformats.org/drawingml/2006/main" cx="6191250" cy="33718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8e96da1d7f44d2d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B93ACC7-C500-4B8D-8C76-A3DDEA39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209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627078"/>
                </a:solidFill>
              </a:defRPr>
            </a:pPr>
            <a:r>
              <a:rPr sz="1050" b="1" i="0">
                <a:solidFill>
                  <a:srgbClr val="627078"/>
                </a:solidFill>
              </a:rPr>
              <a:t>PAYOFF AT EXPIRY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163292-8AF9-40A8-B60F-062A13E93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238375"/>
            <a:ext cx="142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2F7D68"/>
                </a:solidFill>
              </a:defRPr>
            </a:pPr>
            <a:r>
              <a:rPr sz="2100" b="1" i="0">
                <a:solidFill>
                  <a:srgbClr val="2F7D68"/>
                </a:solidFill>
              </a:rPr>
              <a:t>+$634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00A23A-0F24-4E66-A317-B4F97E308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421005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E56B5D"/>
                </a:solidFill>
              </a:defRPr>
            </a:pPr>
            <a:r>
              <a:rPr sz="2100" b="1" i="0">
                <a:solidFill>
                  <a:srgbClr val="E56B5D"/>
                </a:solidFill>
              </a:rPr>
              <a:t>−$366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E779EF-B446-4599-9876-475CD9420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47850"/>
            <a:ext cx="4343400" cy="3562350"/>
          </a:xfrm>
          <a:prstGeom xmlns:a="http://schemas.openxmlformats.org/drawingml/2006/main" prst="roundRect">
            <a:avLst>
              <a:gd name="adj" fmla="val 4278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71F274-350A-48CB-81F1-E1D7E2CBE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114550"/>
            <a:ext cx="36385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ILLUSTRATIVE TWO-OPTION TRADE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EA2CF9-4D2B-488B-BDC8-7BB32D8ED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5717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FFFFFF"/>
                </a:solidFill>
              </a:defRPr>
            </a:pPr>
            <a:r>
              <a:rPr sz="2250" b="1" i="0">
                <a:solidFill>
                  <a:srgbClr val="FFFFFF"/>
                </a:solidFill>
              </a:rPr>
              <a:t>SPY falling-price plan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52F766A-1600-4ED4-B672-46849A3B6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1432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BUY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450FBE-7322-44D0-B79A-888C225F9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143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1 × SPY 560 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D20A698-ED9B-4757-8912-438D89256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36766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SELL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CFEBFB-4DEB-433C-80EE-11F7F16C7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6766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1 × SPY 550 PUT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A9C578D-5378-4445-8F4E-FFC16F78D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210050"/>
            <a:ext cx="85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2C66D"/>
                </a:solidFill>
              </a:defRPr>
            </a:pPr>
            <a:r>
              <a:rPr sz="1200" b="1" i="0">
                <a:solidFill>
                  <a:srgbClr val="F2C66D"/>
                </a:solidFill>
              </a:rPr>
              <a:t>LIMIT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76D8808-E456-413B-B271-E40A036FE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2100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FFFFFF"/>
                </a:solidFill>
              </a:defRPr>
            </a:pPr>
            <a:r>
              <a:rPr sz="1650" b="1" i="0">
                <a:solidFill>
                  <a:srgbClr val="FFFFFF"/>
                </a:solidFill>
              </a:rPr>
              <a:t>$3.66 debit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82803F-B473-4D68-B731-B9F0F2CE9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762500"/>
            <a:ext cx="3333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FF5CFF6-E533-42E7-8376-B6B716E73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4933950"/>
            <a:ext cx="342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C4D4D8"/>
                </a:solidFill>
              </a:defRPr>
            </a:pPr>
            <a:r>
              <a:rPr sz="1275" b="0" i="0">
                <a:solidFill>
                  <a:srgbClr val="C4D4D8"/>
                </a:solidFill>
              </a:rPr>
              <a:t>Simulated plan · no broker order or fill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939013-003A-47C1-BDD9-486D2A411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E56B5D"/>
                </a:solidFill>
              </a:defRPr>
            </a:pPr>
            <a:r>
              <a:rPr sz="2850" b="1" i="0">
                <a:solidFill>
                  <a:srgbClr val="E56B5D"/>
                </a:solidFill>
              </a:rPr>
              <a:t>$366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1498E25-D774-497B-8221-0DA1C3D7B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MAXIMUM LOSS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045235A-BAD5-4AB3-B9C3-1293E68E0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2F7D68"/>
                </a:solidFill>
              </a:defRPr>
            </a:pPr>
            <a:r>
              <a:rPr sz="2850" b="1" i="0">
                <a:solidFill>
                  <a:srgbClr val="2F7D68"/>
                </a:solidFill>
              </a:rPr>
              <a:t>$634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04CDC35-287D-4D96-8BA1-FA44DD19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627078"/>
                </a:solidFill>
              </a:defRPr>
            </a:pPr>
            <a:r>
              <a:rPr sz="1125" b="1" i="0">
                <a:solidFill>
                  <a:srgbClr val="627078"/>
                </a:solidFill>
              </a:rPr>
              <a:t>MAXIMUM GAIN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BF8F7A-2B32-4AF7-9851-7E2FDFD6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543550"/>
            <a:ext cx="190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2F7D68"/>
                </a:solidFill>
              </a:defRPr>
            </a:pPr>
            <a:r>
              <a:rPr sz="2700" b="1" i="0">
                <a:solidFill>
                  <a:srgbClr val="2F7D68"/>
                </a:solidFill>
              </a:rPr>
              <a:t>4 / 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38D74E-8FC4-4139-9440-6F286CF9E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6067425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SOURCES REMOVED · SAME RESULT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4BF0A07-0E64-400E-BC33-5418FB795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54355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 i="0">
                <a:solidFill>
                  <a:srgbClr val="2F7D68"/>
                </a:solidFill>
              </a:defRPr>
            </a:pPr>
            <a:r>
              <a:rPr sz="2700" b="1" i="0">
                <a:solidFill>
                  <a:srgbClr val="2F7D68"/>
                </a:solidFill>
              </a:rPr>
              <a:t>32 / 32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08FD8E-8FDB-4F40-8AC5-CBF2679C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067425"/>
            <a:ext cx="2000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STILL VALID AFTER SMALL CHANGES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6C6548-4602-451F-913A-17E52C423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BC0B2B-5683-4FA3-AD8C-9555DF656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5279848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294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635A36-7979-448E-8A7A-989395900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VERIFIED $100,000 PAPER ACCOUNT / FIRST CLOSE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8FD7A1-6C72-4801-AB60-6104DDE63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858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 i="0">
                <a:solidFill>
                  <a:srgbClr val="FFFFFF"/>
                </a:solidFill>
              </a:defRPr>
            </a:pPr>
            <a:r>
              <a:rPr sz="3300" b="1" i="0">
                <a:solidFill>
                  <a:srgbClr val="FFFFFF"/>
                </a:solidFill>
              </a:rPr>
              <a:t>Finly Core closed its first session $153.31 ahead of SPY.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2CBFA4-8969-48A2-A06B-BA9A1BC6A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7105650" cy="26670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F6F1E8"/>
          </a:solidFill>
          <a:ln xmlns:a="http://schemas.openxmlformats.org/drawingml/2006/main" w="19050">
            <a:solidFill>
              <a:srgbClr val="B9DFD2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DA6F82-0076-4932-9A90-38B0311B1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619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SAME $100,000 START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90360D-76C2-4D81-AD99-A77709C19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95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627078"/>
                </a:solidFill>
              </a:defRPr>
            </a:pPr>
            <a:r>
              <a:rPr sz="1350" b="1" i="0">
                <a:solidFill>
                  <a:srgbClr val="627078"/>
                </a:solidFill>
              </a:rPr>
              <a:t>9:30 A.M.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0402B6-1798-434F-B4A3-A6BF9F988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1752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0B2942"/>
                </a:solidFill>
              </a:defRPr>
            </a:pPr>
            <a:r>
              <a:rPr sz="2550" b="1" i="0">
                <a:solidFill>
                  <a:srgbClr val="0B2942"/>
                </a:solidFill>
              </a:rPr>
              <a:t>$100,000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07E47B-ABA5-4593-80D1-F7999E5AE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219450"/>
            <a:ext cx="2667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134C8C-3415-48AB-A8B3-54017BFD1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24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4:00 P.M.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428A2E-5390-4ED8-914B-DBB770FB5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1051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2F7D68"/>
                </a:solidFill>
              </a:defRPr>
            </a:pPr>
            <a:r>
              <a:rPr sz="1200" b="1" i="0">
                <a:solidFill>
                  <a:srgbClr val="2F7D68"/>
                </a:solidFill>
              </a:rPr>
              <a:t>Finly Core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CE47FC-DB3F-46CE-9266-9BB183088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390900"/>
            <a:ext cx="22288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 i="0">
                <a:solidFill>
                  <a:srgbClr val="0B2942"/>
                </a:solidFill>
              </a:defRPr>
            </a:pPr>
            <a:r>
              <a:rPr sz="2175" b="1" i="0">
                <a:solidFill>
                  <a:srgbClr val="0B2942"/>
                </a:solidFill>
              </a:rPr>
              <a:t>$100,095.32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660698-EED4-4455-BE03-E30FF6790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3105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E56B5D"/>
                </a:solidFill>
              </a:defRPr>
            </a:pPr>
            <a:r>
              <a:rPr sz="1200" b="1" i="0">
                <a:solidFill>
                  <a:srgbClr val="E56B5D"/>
                </a:solidFill>
              </a:rPr>
              <a:t>SPY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695A647-6944-4C4C-8A59-A90A262D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339090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75" b="1" i="0">
                <a:solidFill>
                  <a:srgbClr val="0B2942"/>
                </a:solidFill>
              </a:defRPr>
            </a:pPr>
            <a:r>
              <a:rPr sz="2175" b="1" i="0">
                <a:solidFill>
                  <a:srgbClr val="0B2942"/>
                </a:solidFill>
              </a:rPr>
              <a:t>$99,942.01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E00D9E-DC0B-4153-8285-CCB10E3D3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00500"/>
            <a:ext cx="6286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5465CA-0E42-4F82-9B77-34132F0BB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48150"/>
            <a:ext cx="628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0" i="0">
                <a:solidFill>
                  <a:srgbClr val="627078"/>
                </a:solidFill>
              </a:defRPr>
            </a:pPr>
            <a:r>
              <a:rPr sz="1275" b="0" i="0">
                <a:solidFill>
                  <a:srgbClr val="627078"/>
                </a:solidFill>
              </a:rPr>
              <a:t>15 fills built the four-fund Core portfolio · no options position was open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24D4804-2535-4EFF-8AA7-FF9466A60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7105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9B12EB-4993-49D2-860D-28C8CEF51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7105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B9DFD2"/>
                </a:solidFill>
              </a:defRPr>
            </a:pPr>
            <a:r>
              <a:rPr sz="1650" b="1" i="0">
                <a:solidFill>
                  <a:srgbClr val="B9DFD2"/>
                </a:solidFill>
              </a:rPr>
              <a:t>One start, one close, one fair comparison.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3A087F-A443-40F7-B637-5ED83DD20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72150"/>
            <a:ext cx="71056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FFFFFF"/>
                </a:solidFill>
              </a:defRPr>
            </a:pPr>
            <a:r>
              <a:rPr sz="1350" b="0" i="0">
                <a:solidFill>
                  <a:srgbClr val="FFFFFF"/>
                </a:solidFill>
              </a:rPr>
              <a:t>Finly Core produced this measured account result. The AI options demonstration is separate.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2AE9B6-B67A-4571-89BE-7721AB057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526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B9DFD2"/>
                </a:solidFill>
              </a:defRPr>
            </a:pPr>
            <a:r>
              <a:rPr sz="1125" b="1" i="0">
                <a:solidFill>
                  <a:srgbClr val="B9DFD2"/>
                </a:solidFill>
              </a:rPr>
              <a:t>FINLY CORE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E8D375-62EA-49D2-8EAB-967BA76C7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384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+$95.32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CF6EE3-6298-4018-BE9B-FA934EE84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146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C4D4D8"/>
                </a:solidFill>
              </a:defRPr>
            </a:pPr>
            <a:r>
              <a:rPr sz="1200" b="0" i="0">
                <a:solidFill>
                  <a:srgbClr val="C4D4D8"/>
                </a:solidFill>
              </a:rPr>
              <a:t>virtual-money account profit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9316282-8FA4-4FC1-863E-99D59C8D4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76600"/>
            <a:ext cx="3276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2718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F4D736E-B311-413C-8740-BA4615195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524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E56B5D"/>
                </a:solidFill>
              </a:defRPr>
            </a:pPr>
            <a:r>
              <a:rPr sz="1125" b="1" i="0">
                <a:solidFill>
                  <a:srgbClr val="E56B5D"/>
                </a:solidFill>
              </a:rPr>
              <a:t>SPY · S&amp;P 500 TRACKER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4408AB-B4F8-41FA-8AB5-BC1919CF40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81000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FFFFF"/>
                </a:solidFill>
              </a:defRPr>
            </a:pPr>
            <a:r>
              <a:rPr sz="2550" b="1" i="0">
                <a:solidFill>
                  <a:srgbClr val="FFFFFF"/>
                </a:solidFill>
              </a:rPr>
              <a:t>−$57.99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3F12AA5-5086-412B-93E7-318FAEDB6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2862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C4D4D8"/>
                </a:solidFill>
              </a:defRPr>
            </a:pPr>
            <a:r>
              <a:rPr sz="1200" b="0" i="0">
                <a:solidFill>
                  <a:srgbClr val="C4D4D8"/>
                </a:solidFill>
              </a:rPr>
              <a:t>same-clock price benchmark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57D9C8-8A7B-4026-B5F0-FDA0E1D6C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667250"/>
            <a:ext cx="3276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F84C797-F8D6-4322-A1EC-7C12CB48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87680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F2C66D"/>
                </a:solidFill>
              </a:defRPr>
            </a:pPr>
            <a:r>
              <a:rPr sz="1125" b="1" i="0">
                <a:solidFill>
                  <a:srgbClr val="F2C66D"/>
                </a:solidFill>
              </a:rPr>
              <a:t>FINLY ADVANTAGE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2C52EB-861D-45F2-AE32-18EDE879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162550"/>
            <a:ext cx="2857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 i="0">
                <a:solidFill>
                  <a:srgbClr val="F2C66D"/>
                </a:solidFill>
              </a:defRPr>
            </a:pPr>
            <a:r>
              <a:rPr sz="2550" b="1" i="0">
                <a:solidFill>
                  <a:srgbClr val="F2C66D"/>
                </a:solidFill>
              </a:rPr>
              <a:t>+$153.31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07E1FAC-0FE3-4221-ADBB-991AA4ABD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772150"/>
            <a:ext cx="32766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B9DFD2"/>
                </a:solidFill>
              </a:defRPr>
            </a:pPr>
            <a:r>
              <a:rPr sz="1200" b="1" i="0">
                <a:solidFill>
                  <a:srgbClr val="B9DFD2"/>
                </a:solidFill>
              </a:rPr>
              <a:t>Same $100k start · same 4:00 p.m. price · no deposits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81600A2-F754-4285-AD35-182AF3BD1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FINLY  /  ALPACA AI TRADING AGENTS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7D802F0-D91F-4846-9C5A-5A5B8F0A4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AFC2C8"/>
                </a:solidFill>
              </a:defRPr>
            </a:pPr>
            <a:r>
              <a:rPr sz="825" b="1" i="0">
                <a:solidFill>
                  <a:srgbClr val="AFC2C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8051757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3F0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3E05E01-82AF-40DF-967A-A7FA2DFDE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WHAT HAPPENS WHEN A CHECK FAILS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9F2E86-F000-44B7-B39F-E39174D0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525" b="1" i="0">
                <a:solidFill>
                  <a:srgbClr val="122A3E"/>
                </a:solidFill>
              </a:defRPr>
            </a:pPr>
            <a:r>
              <a:rPr sz="3525" b="1" i="0">
                <a:solidFill>
                  <a:srgbClr val="122A3E"/>
                </a:solidFill>
              </a:rPr>
              <a:t>Finly stops the trade—and records why.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97601E-F01B-475E-A5C1-E2AA6E622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1933575"/>
            <a:ext cx="5791200" cy="3295650"/>
          </a:xfrm>
          <a:prstGeom xmlns:a="http://schemas.openxmlformats.org/drawingml/2006/main" prst="roundRect">
            <a:avLst>
              <a:gd name="adj" fmla="val 346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6B5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ba967815054614"/>
          <a:stretch xmlns:a="http://schemas.openxmlformats.org/drawingml/2006/main"/>
        </p:blipFill>
        <p:spPr>
          <a:xfrm xmlns:a="http://schemas.openxmlformats.org/drawingml/2006/main">
            <a:off x="5889625" y="1981200"/>
            <a:ext cx="5689600" cy="3200400"/>
          </a:xfrm>
          <a:prstGeom xmlns:a="http://schemas.openxmlformats.org/drawingml/2006/main" prst="roundRect">
            <a:avLst>
              <a:gd name="adj" fmla="val 2381"/>
            </a:avLst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8CCA12-C6EB-4F3A-A8C3-D143E9C4F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1930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65F19B-0E9D-4F75-A7E0-DF8E75EA9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002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2F7D68"/>
                </a:solidFill>
              </a:defRPr>
            </a:pPr>
            <a:r>
              <a:rPr sz="1050" b="1" i="0">
                <a:solidFill>
                  <a:srgbClr val="2F7D68"/>
                </a:solidFill>
              </a:rPr>
              <a:t>PREPARE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1F6456-3A1F-4E8A-9D07-D0E8E3AEF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479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Build exact intent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220026-B2E2-4D57-B8D8-7FF78AB8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0035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C6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C04B1A-68C8-4F8E-83BF-A05DAB884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8130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2C66D"/>
                </a:solidFill>
              </a:defRPr>
            </a:pPr>
            <a:r>
              <a:rPr sz="1050" b="1" i="0">
                <a:solidFill>
                  <a:srgbClr val="F2C66D"/>
                </a:solidFill>
              </a:rPr>
              <a:t>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8C1141-E228-48FE-9F00-270A3707C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289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Challenge evidence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56687C8-CD2F-44A0-A157-E455E0171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8140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BF75C3-692D-4D2D-920F-6B496B472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0B2942"/>
                </a:solidFill>
              </a:defRPr>
            </a:pPr>
            <a:r>
              <a:rPr sz="1050" b="1" i="0">
                <a:solidFill>
                  <a:srgbClr val="0B2942"/>
                </a:solidFill>
              </a:rPr>
              <a:t>READ BACK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EC97EA-076E-4149-86F1-ED0DE28A6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81000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Reconcile with broker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EF62F-BCD9-4EE1-8BCC-D154D1F56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62450"/>
            <a:ext cx="1143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6B5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AE44FA-3A33-4BAB-A58A-CA4DA14CD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43400"/>
            <a:ext cx="16954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E56B5D"/>
                </a:solidFill>
              </a:defRPr>
            </a:pPr>
            <a:r>
              <a:rPr sz="1050" b="1" i="0">
                <a:solidFill>
                  <a:srgbClr val="E56B5D"/>
                </a:solidFill>
              </a:rPr>
              <a:t>RECEIPT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05CC20-60BD-4499-9605-7638AC8B4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5910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2A3E"/>
                </a:solidFill>
              </a:defRPr>
            </a:pPr>
            <a:r>
              <a:rPr sz="1800" b="1" i="0">
                <a:solidFill>
                  <a:srgbClr val="122A3E"/>
                </a:solidFill>
              </a:rPr>
              <a:t>Publish what happened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C10888-ACD4-4BDA-BD15-599CD6D08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4667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4A46F1-F030-4B17-A9FC-FCC421C5E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43550"/>
            <a:ext cx="1047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2F7D68"/>
                </a:solidFill>
              </a:defRPr>
            </a:pPr>
            <a:r>
              <a:rPr sz="3450" b="1" i="0">
                <a:solidFill>
                  <a:srgbClr val="2F7D68"/>
                </a:solidFill>
              </a:rPr>
              <a:t>809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4FEEFA-697F-4FB6-B846-3A614BA63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6388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627078"/>
                </a:solidFill>
              </a:defRPr>
            </a:pPr>
            <a:r>
              <a:rPr sz="1650" b="1" i="0">
                <a:solidFill>
                  <a:srgbClr val="627078"/>
                </a:solidFill>
              </a:rPr>
              <a:t>tests discovered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C37687-A900-4FDF-8F8F-CF596733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96000"/>
            <a:ext cx="476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122A3E"/>
                </a:solidFill>
              </a:defRPr>
            </a:pPr>
            <a:r>
              <a:rPr sz="1575" b="1" i="0">
                <a:solidFill>
                  <a:srgbClr val="122A3E"/>
                </a:solidFill>
              </a:rPr>
              <a:t>807 passed  ·  0 failed  ·  2 skipped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F24B6D-E5BC-4DBB-BC72-480AB619C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5657850"/>
            <a:ext cx="5695950" cy="609600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rgbClr val="0B294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1948C2-D223-42AC-9EE9-ECE62BAB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19775"/>
            <a:ext cx="5276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 i="0">
                <a:solidFill>
                  <a:srgbClr val="FFFFFF"/>
                </a:solidFill>
              </a:defRPr>
            </a:pPr>
            <a:r>
              <a:rPr sz="1425" b="1" i="0">
                <a:solidFill>
                  <a:srgbClr val="FFFFFF"/>
                </a:solidFill>
              </a:rPr>
              <a:t>Conflicting evidence → no trade → $0 new options risk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934A579-F9FC-4E5A-95D4-88DA19382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79E22D-D2AA-497A-A26B-AA11469B9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83869768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1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0A346F-DCCF-45F9-9F18-51FC813B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F7D68"/>
                </a:solidFill>
              </a:defRPr>
            </a:pPr>
            <a:r>
              <a:rPr sz="1125" b="1" i="0">
                <a:solidFill>
                  <a:srgbClr val="2F7D68"/>
                </a:solidFill>
              </a:rPr>
              <a:t>JUDGE THE PRODUCT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B3BE30-4CA5-4FDB-A6F6-E055B0B71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7524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050" b="1" i="0">
                <a:solidFill>
                  <a:srgbClr val="122A3E"/>
                </a:solidFill>
              </a:defRPr>
            </a:pPr>
            <a:r>
              <a:rPr sz="4050" b="1" i="0">
                <a:solidFill>
                  <a:srgbClr val="122A3E"/>
                </a:solidFill>
              </a:rPr>
              <a:t>Judge the live system—not the slide deck.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BF67CF-D51E-4761-92CB-2207F3E61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81200"/>
            <a:ext cx="7429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0" i="0">
                <a:solidFill>
                  <a:srgbClr val="627078"/>
                </a:solidFill>
              </a:defRPr>
            </a:pPr>
            <a:r>
              <a:rPr sz="2100" b="0" i="0">
                <a:solidFill>
                  <a:srgbClr val="627078"/>
                </a:solidFill>
              </a:rPr>
              <a:t>$153.31 ahead after session one. Now try the decision demo and inspect the proof.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1E1DF-515D-482D-9500-EA460A92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666750"/>
            <a:ext cx="3105150" cy="3105150"/>
          </a:xfrm>
          <a:prstGeom xmlns:a="http://schemas.openxmlformats.org/drawingml/2006/main" prst="roundRect">
            <a:avLst>
              <a:gd name="adj" fmla="val 490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2F7D68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ed47038ed74515"/>
          <a:stretch xmlns:a="http://schemas.openxmlformats.org/drawingml/2006/main"/>
        </p:blipFill>
        <p:spPr>
          <a:xfrm xmlns:a="http://schemas.openxmlformats.org/drawingml/2006/main">
            <a:off x="8743950" y="933450"/>
            <a:ext cx="2571750" cy="25717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80DE87-80F1-49CE-ADFD-363000099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905250"/>
            <a:ext cx="2514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 i="0">
                <a:solidFill>
                  <a:srgbClr val="2F7D68"/>
                </a:solidFill>
              </a:defRPr>
            </a:pPr>
            <a:r>
              <a:rPr sz="1125" b="1" u="sng">
                <a:solidFill>
                  <a:srgbClr val="2F7D68"/>
                </a:solidFill>
                <a:latin typeface="Arial"/>
                <a:ea typeface="Arial"/>
                <a:cs typeface="Arial"/>
                <a:hlinkClick xmlns:r="http://schemas.openxmlformats.org/officeDocument/2006/relationships" r:id="Rbbd9332d6dc14c12"/>
              </a:rPr>
              <a:t>SCAN TO OPEN FINLY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C91C67-65AD-4AFA-B4F1-6AC330524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289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388248-24DD-4088-BA53-B25AB5A35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0289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2F7D68"/>
                </a:solidFill>
              </a:defRPr>
            </a:pPr>
            <a:r>
              <a:rPr sz="1350" b="1" i="0">
                <a:solidFill>
                  <a:srgbClr val="2F7D68"/>
                </a:solidFill>
              </a:rPr>
              <a:t>WATCH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6F7E8D-4E2E-41B1-BA4D-FFD874FD5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0099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Live $100k paper account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52A09D-42E5-4B7E-B580-FDD71A3B7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50520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FCCDC1-ABC6-48D0-AE62-B159AABB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1000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4AE045-4F95-4C6D-A11D-32407E0B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8100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E56B5D"/>
                </a:solidFill>
              </a:defRPr>
            </a:pPr>
            <a:r>
              <a:rPr sz="1350" b="1" i="0">
                <a:solidFill>
                  <a:srgbClr val="E56B5D"/>
                </a:solidFill>
              </a:rPr>
              <a:t>TRY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EF4141-B8BC-4D38-8ECD-7B1916D44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379095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Evidence agrees vs conflicts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39E3A7-5B08-47FA-B7EF-24957C59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286250"/>
            <a:ext cx="60769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AD4C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87AB46-BAAB-42E0-999C-E9CC446B1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D75492-68B5-4401-8AD3-148586A95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59105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0B2942"/>
                </a:solidFill>
              </a:defRPr>
            </a:pPr>
            <a:r>
              <a:rPr sz="1350" b="1" i="0">
                <a:solidFill>
                  <a:srgbClr val="0B2942"/>
                </a:solidFill>
              </a:rPr>
              <a:t>INSPECT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2ABA7B-5649-4C8B-B8D4-EF5E35BE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572000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2A3E"/>
                </a:solidFill>
              </a:defRPr>
            </a:pPr>
            <a:r>
              <a:rPr sz="1875" b="1" i="0">
                <a:solidFill>
                  <a:srgbClr val="122A3E"/>
                </a:solidFill>
              </a:rPr>
              <a:t>Code, tests, and decision records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FC2B35-7F27-4AF1-A60A-237AD9C0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F7D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B5A5A6-F269-483E-AA2F-534440B2C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48350"/>
            <a:ext cx="10763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2F7D68"/>
                </a:solidFill>
              </a:defRPr>
            </a:pPr>
            <a:r>
              <a:rPr sz="2175" b="1" i="0">
                <a:solidFill>
                  <a:srgbClr val="2F7D68"/>
                </a:solidFill>
              </a:rPr>
              <a:t>Historical results. First-session proof. Every decision inspectable.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076024-4CDB-4B9A-8F4C-43FED712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 i="0">
                <a:solidFill>
                  <a:srgbClr val="0B2942"/>
                </a:solidFill>
              </a:defRPr>
            </a:pPr>
            <a:r>
              <a:rPr sz="1500" b="1" u="sng">
                <a:solidFill>
                  <a:srgbClr val="0B2942"/>
                </a:solidFill>
                <a:latin typeface="Arial"/>
                <a:ea typeface="Arial"/>
                <a:cs typeface="Arial"/>
                <a:hlinkClick xmlns:r="http://schemas.openxmlformats.org/officeDocument/2006/relationships" r:id="Re49049cd368e4bd4"/>
              </a:rPr>
              <a:t>owlsowo.github.io/finly-bot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09A8B3-90DA-4D89-AB63-05926509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6267450"/>
            <a:ext cx="3867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0" i="0">
                <a:solidFill>
                  <a:srgbClr val="627078"/>
                </a:solidFill>
              </a:defRPr>
            </a:pPr>
            <a:r>
              <a:rPr sz="1350" b="0" i="0">
                <a:solidFill>
                  <a:srgbClr val="627078"/>
                </a:solidFill>
              </a:rPr>
              <a:t>Bruce Wen  ·  bwen412@brandeis.edu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9755F3-CF3A-4764-8765-EA29F78D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34150"/>
            <a:ext cx="4191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FINLY  /  ALPACA AI TRADING AGENTS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4EECDA-4726-4726-9746-93C1586F8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534150"/>
            <a:ext cx="457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25" b="1" i="0">
                <a:solidFill>
                  <a:srgbClr val="627078"/>
                </a:solidFill>
              </a:defRPr>
            </a:pPr>
            <a:r>
              <a:rPr sz="825" b="1" i="0">
                <a:solidFill>
                  <a:srgbClr val="627078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09280572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2026-09-01T02:55:51.4050000Z</dcterms:created>
  <dcterms:modified xsi:type="dcterms:W3CDTF">2026-09-01T02:55:51.4050000Z</dcterms:modified>
</coreProperties>
</file>